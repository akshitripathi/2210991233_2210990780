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p:sldMasterIdLst>
    <p:sldMasterId id="2147483648" r:id="rId4"/>
  </p:sldMasterIdLst>
  <p:notesMasterIdLst>
    <p:notesMasterId r:id="rId14"/>
  </p:notesMasterIdLst>
  <p:handoutMasterIdLst>
    <p:handoutMasterId r:id="rId15"/>
  </p:handoutMasterIdLst>
  <p:sldIdLst>
    <p:sldId id="256" r:id="rId5"/>
    <p:sldId id="257" r:id="rId6"/>
    <p:sldId id="269" r:id="rId7"/>
    <p:sldId id="270" r:id="rId8"/>
    <p:sldId id="271" r:id="rId9"/>
    <p:sldId id="272" r:id="rId10"/>
    <p:sldId id="273" r:id="rId11"/>
    <p:sldId id="274" r:id="rId12"/>
    <p:sldId id="268" r:id="rId13"/>
  </p:sldIdLst>
  <p:sldSz cx="9144000" cy="6858000" type="screen4x3"/>
  <p:notesSz cx="7559675" cy="10691813"/>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8AB2E2"/>
    <a:srgbClr val="2A66AC"/>
    <a:srgbClr val="75A4DD"/>
    <a:srgbClr val="2E6CB8"/>
    <a:srgbClr val="2A65AC"/>
    <a:srgbClr val="255997"/>
    <a:srgbClr val="3379CD"/>
    <a:srgbClr val="558ED5"/>
    <a:srgbClr val="78A6DE"/>
    <a:srgbClr val="9DBEE7"/>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6029"/>
    <p:restoredTop sz="95338"/>
  </p:normalViewPr>
  <p:slideViewPr>
    <p:cSldViewPr snapToGrid="0">
      <p:cViewPr varScale="1">
        <p:scale>
          <a:sx n="121" d="100"/>
          <a:sy n="121" d="100"/>
        </p:scale>
        <p:origin x="1568" y="152"/>
      </p:cViewPr>
      <p:guideLst>
        <p:guide orient="horz" pos="2160"/>
        <p:guide pos="2880"/>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4.xml"/><Relationship Id="rId13" Type="http://schemas.openxmlformats.org/officeDocument/2006/relationships/slide" Target="slides/slide9.xml"/><Relationship Id="rId18" Type="http://schemas.openxmlformats.org/officeDocument/2006/relationships/theme" Target="theme/theme1.xml"/><Relationship Id="rId3" Type="http://schemas.openxmlformats.org/officeDocument/2006/relationships/customXml" Target="../customXml/item3.xml"/><Relationship Id="rId7" Type="http://schemas.openxmlformats.org/officeDocument/2006/relationships/slide" Target="slides/slide3.xml"/><Relationship Id="rId12" Type="http://schemas.openxmlformats.org/officeDocument/2006/relationships/slide" Target="slides/slide8.xml"/><Relationship Id="rId17" Type="http://schemas.openxmlformats.org/officeDocument/2006/relationships/viewProps" Target="viewProps.xml"/><Relationship Id="rId2" Type="http://schemas.openxmlformats.org/officeDocument/2006/relationships/customXml" Target="../customXml/item2.xml"/><Relationship Id="rId16" Type="http://schemas.openxmlformats.org/officeDocument/2006/relationships/presProps" Target="presProps.xml"/><Relationship Id="rId1" Type="http://schemas.openxmlformats.org/officeDocument/2006/relationships/customXml" Target="../customXml/item1.xml"/><Relationship Id="rId6" Type="http://schemas.openxmlformats.org/officeDocument/2006/relationships/slide" Target="slides/slide2.xml"/><Relationship Id="rId11" Type="http://schemas.openxmlformats.org/officeDocument/2006/relationships/slide" Target="slides/slide7.xml"/><Relationship Id="rId5" Type="http://schemas.openxmlformats.org/officeDocument/2006/relationships/slide" Target="slides/slide1.xml"/><Relationship Id="rId15" Type="http://schemas.openxmlformats.org/officeDocument/2006/relationships/handoutMaster" Target="handoutMasters/handoutMaster1.xml"/><Relationship Id="rId10" Type="http://schemas.openxmlformats.org/officeDocument/2006/relationships/slide" Target="slides/slide6.xml"/><Relationship Id="rId19" Type="http://schemas.openxmlformats.org/officeDocument/2006/relationships/tableStyles" Target="tableStyles.xml"/><Relationship Id="rId4" Type="http://schemas.openxmlformats.org/officeDocument/2006/relationships/slideMaster" Target="slideMasters/slideMaster1.xml"/><Relationship Id="rId9" Type="http://schemas.openxmlformats.org/officeDocument/2006/relationships/slide" Target="slides/slide5.xml"/><Relationship Id="rId14" Type="http://schemas.openxmlformats.org/officeDocument/2006/relationships/notesMaster" Target="notesMasters/notesMaster1.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EF607C9A-EDB5-4C0A-BCFE-81AAF6133E68}"/>
              </a:ext>
            </a:extLst>
          </p:cNvPr>
          <p:cNvSpPr>
            <a:spLocks noGrp="1"/>
          </p:cNvSpPr>
          <p:nvPr>
            <p:ph type="hdr" sz="quarter"/>
          </p:nvPr>
        </p:nvSpPr>
        <p:spPr>
          <a:xfrm>
            <a:off x="0" y="0"/>
            <a:ext cx="3276600" cy="536575"/>
          </a:xfrm>
          <a:prstGeom prst="rect">
            <a:avLst/>
          </a:prstGeom>
        </p:spPr>
        <p:txBody>
          <a:bodyPr vert="horz" lIns="91440" tIns="45720" rIns="91440" bIns="45720" rtlCol="0"/>
          <a:lstStyle>
            <a:lvl1pPr algn="l">
              <a:defRPr sz="1200"/>
            </a:lvl1pPr>
          </a:lstStyle>
          <a:p>
            <a:endParaRPr lang="en-US"/>
          </a:p>
        </p:txBody>
      </p:sp>
      <p:sp>
        <p:nvSpPr>
          <p:cNvPr id="3" name="Date Placeholder 2">
            <a:extLst>
              <a:ext uri="{FF2B5EF4-FFF2-40B4-BE49-F238E27FC236}">
                <a16:creationId xmlns:a16="http://schemas.microsoft.com/office/drawing/2014/main" id="{54F00B0C-2831-4624-A5D3-43F42D30BA74}"/>
              </a:ext>
            </a:extLst>
          </p:cNvPr>
          <p:cNvSpPr>
            <a:spLocks noGrp="1"/>
          </p:cNvSpPr>
          <p:nvPr>
            <p:ph type="dt" sz="quarter" idx="1"/>
          </p:nvPr>
        </p:nvSpPr>
        <p:spPr>
          <a:xfrm>
            <a:off x="4281488" y="0"/>
            <a:ext cx="3276600" cy="536575"/>
          </a:xfrm>
          <a:prstGeom prst="rect">
            <a:avLst/>
          </a:prstGeom>
        </p:spPr>
        <p:txBody>
          <a:bodyPr vert="horz" lIns="91440" tIns="45720" rIns="91440" bIns="45720" rtlCol="0"/>
          <a:lstStyle>
            <a:lvl1pPr algn="r">
              <a:defRPr sz="1200"/>
            </a:lvl1pPr>
          </a:lstStyle>
          <a:p>
            <a:fld id="{25D2B5EB-424D-4C39-A8AB-65F1D7895EF3}" type="datetimeFigureOut">
              <a:rPr lang="en-US" smtClean="0"/>
              <a:pPr/>
              <a:t>5/19/26</a:t>
            </a:fld>
            <a:endParaRPr lang="en-US"/>
          </a:p>
        </p:txBody>
      </p:sp>
      <p:sp>
        <p:nvSpPr>
          <p:cNvPr id="4" name="Footer Placeholder 3">
            <a:extLst>
              <a:ext uri="{FF2B5EF4-FFF2-40B4-BE49-F238E27FC236}">
                <a16:creationId xmlns:a16="http://schemas.microsoft.com/office/drawing/2014/main" id="{B334ABA9-0C2F-480A-B554-A457296C39B5}"/>
              </a:ext>
            </a:extLst>
          </p:cNvPr>
          <p:cNvSpPr>
            <a:spLocks noGrp="1"/>
          </p:cNvSpPr>
          <p:nvPr>
            <p:ph type="ftr" sz="quarter" idx="2"/>
          </p:nvPr>
        </p:nvSpPr>
        <p:spPr>
          <a:xfrm>
            <a:off x="0" y="10155238"/>
            <a:ext cx="3276600" cy="536575"/>
          </a:xfrm>
          <a:prstGeom prst="rect">
            <a:avLst/>
          </a:prstGeom>
        </p:spPr>
        <p:txBody>
          <a:bodyPr vert="horz" lIns="91440" tIns="45720" rIns="91440" bIns="45720" rtlCol="0" anchor="b"/>
          <a:lstStyle>
            <a:lvl1pPr algn="l">
              <a:defRPr sz="1200"/>
            </a:lvl1pPr>
          </a:lstStyle>
          <a:p>
            <a:r>
              <a:rPr lang="en-US"/>
              <a:t>Name of the faculty [Group: G00] [Sem:2nd]</a:t>
            </a:r>
          </a:p>
        </p:txBody>
      </p:sp>
      <p:sp>
        <p:nvSpPr>
          <p:cNvPr id="5" name="Slide Number Placeholder 4">
            <a:extLst>
              <a:ext uri="{FF2B5EF4-FFF2-40B4-BE49-F238E27FC236}">
                <a16:creationId xmlns:a16="http://schemas.microsoft.com/office/drawing/2014/main" id="{46F3BA01-5457-4975-8BF5-D0EAD49D534B}"/>
              </a:ext>
            </a:extLst>
          </p:cNvPr>
          <p:cNvSpPr>
            <a:spLocks noGrp="1"/>
          </p:cNvSpPr>
          <p:nvPr>
            <p:ph type="sldNum" sz="quarter" idx="3"/>
          </p:nvPr>
        </p:nvSpPr>
        <p:spPr>
          <a:xfrm>
            <a:off x="4281488" y="10155238"/>
            <a:ext cx="3276600" cy="536575"/>
          </a:xfrm>
          <a:prstGeom prst="rect">
            <a:avLst/>
          </a:prstGeom>
        </p:spPr>
        <p:txBody>
          <a:bodyPr vert="horz" lIns="91440" tIns="45720" rIns="91440" bIns="45720" rtlCol="0" anchor="b"/>
          <a:lstStyle>
            <a:lvl1pPr algn="r">
              <a:defRPr sz="1200"/>
            </a:lvl1pPr>
          </a:lstStyle>
          <a:p>
            <a:fld id="{E4199376-55CE-4213-A97D-9D70929AC508}" type="slidenum">
              <a:rPr lang="en-US" smtClean="0"/>
              <a:pPr/>
              <a:t>‹#›</a:t>
            </a:fld>
            <a:endParaRPr lang="en-US"/>
          </a:p>
        </p:txBody>
      </p:sp>
    </p:spTree>
    <p:extLst>
      <p:ext uri="{BB962C8B-B14F-4D97-AF65-F5344CB8AC3E}">
        <p14:creationId xmlns:p14="http://schemas.microsoft.com/office/powerpoint/2010/main" val="4123002274"/>
      </p:ext>
    </p:extLst>
  </p:cSld>
  <p:clrMap bg1="lt1" tx1="dk1" bg2="lt2" tx2="dk2" accent1="accent1" accent2="accent2" accent3="accent3" accent4="accent4" accent5="accent5" accent6="accent6" hlink="hlink" folHlink="folHlink"/>
  <p:hf hdr="0" dt="0"/>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276600" cy="536575"/>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4281488" y="0"/>
            <a:ext cx="3276600" cy="536575"/>
          </a:xfrm>
          <a:prstGeom prst="rect">
            <a:avLst/>
          </a:prstGeom>
        </p:spPr>
        <p:txBody>
          <a:bodyPr vert="horz" lIns="91440" tIns="45720" rIns="91440" bIns="45720" rtlCol="0"/>
          <a:lstStyle>
            <a:lvl1pPr algn="r">
              <a:defRPr sz="1200"/>
            </a:lvl1pPr>
          </a:lstStyle>
          <a:p>
            <a:fld id="{888BC1CF-45D5-4DEE-AAB8-8C5341844FC9}" type="datetimeFigureOut">
              <a:rPr lang="en-US" smtClean="0"/>
              <a:pPr/>
              <a:t>5/19/26</a:t>
            </a:fld>
            <a:endParaRPr lang="en-US"/>
          </a:p>
        </p:txBody>
      </p:sp>
      <p:sp>
        <p:nvSpPr>
          <p:cNvPr id="4" name="Slide Image Placeholder 3"/>
          <p:cNvSpPr>
            <a:spLocks noGrp="1" noRot="1" noChangeAspect="1"/>
          </p:cNvSpPr>
          <p:nvPr>
            <p:ph type="sldImg" idx="2"/>
          </p:nvPr>
        </p:nvSpPr>
        <p:spPr>
          <a:xfrm>
            <a:off x="1374775" y="1336675"/>
            <a:ext cx="4810125" cy="3608388"/>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755650" y="5145088"/>
            <a:ext cx="6048375" cy="42100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10155238"/>
            <a:ext cx="3276600" cy="536575"/>
          </a:xfrm>
          <a:prstGeom prst="rect">
            <a:avLst/>
          </a:prstGeom>
        </p:spPr>
        <p:txBody>
          <a:bodyPr vert="horz" lIns="91440" tIns="45720" rIns="91440" bIns="45720" rtlCol="0" anchor="b"/>
          <a:lstStyle>
            <a:lvl1pPr algn="l">
              <a:defRPr sz="1200"/>
            </a:lvl1pPr>
          </a:lstStyle>
          <a:p>
            <a:r>
              <a:rPr lang="en-US"/>
              <a:t>Name of the faculty [Group: G00] [Sem:2nd]</a:t>
            </a:r>
          </a:p>
        </p:txBody>
      </p:sp>
      <p:sp>
        <p:nvSpPr>
          <p:cNvPr id="7" name="Slide Number Placeholder 6"/>
          <p:cNvSpPr>
            <a:spLocks noGrp="1"/>
          </p:cNvSpPr>
          <p:nvPr>
            <p:ph type="sldNum" sz="quarter" idx="5"/>
          </p:nvPr>
        </p:nvSpPr>
        <p:spPr>
          <a:xfrm>
            <a:off x="4281488" y="10155238"/>
            <a:ext cx="3276600" cy="536575"/>
          </a:xfrm>
          <a:prstGeom prst="rect">
            <a:avLst/>
          </a:prstGeom>
        </p:spPr>
        <p:txBody>
          <a:bodyPr vert="horz" lIns="91440" tIns="45720" rIns="91440" bIns="45720" rtlCol="0" anchor="b"/>
          <a:lstStyle>
            <a:lvl1pPr algn="r">
              <a:defRPr sz="1200"/>
            </a:lvl1pPr>
          </a:lstStyle>
          <a:p>
            <a:fld id="{C5A7523A-12D4-4E0F-9409-B3F845B48333}" type="slidenum">
              <a:rPr lang="en-US" smtClean="0"/>
              <a:pPr/>
              <a:t>‹#›</a:t>
            </a:fld>
            <a:endParaRPr lang="en-US"/>
          </a:p>
        </p:txBody>
      </p:sp>
    </p:spTree>
    <p:extLst>
      <p:ext uri="{BB962C8B-B14F-4D97-AF65-F5344CB8AC3E}">
        <p14:creationId xmlns:p14="http://schemas.microsoft.com/office/powerpoint/2010/main" val="3458122221"/>
      </p:ext>
    </p:extLst>
  </p:cSld>
  <p:clrMap bg1="lt1" tx1="dk1" bg2="lt2" tx2="dk2" accent1="accent1" accent2="accent2" accent3="accent3" accent4="accent4" accent5="accent5" accent6="accent6" hlink="hlink" folHlink="folHlink"/>
  <p:hf hdr="0" dt="0"/>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fld id="{C5A7523A-12D4-4E0F-9409-B3F845B48333}" type="slidenum">
              <a:rPr lang="en-US" smtClean="0"/>
              <a:pPr/>
              <a:t>1</a:t>
            </a:fld>
            <a:endParaRPr lang="en-US"/>
          </a:p>
        </p:txBody>
      </p:sp>
      <p:sp>
        <p:nvSpPr>
          <p:cNvPr id="5" name="Footer Placeholder 4">
            <a:extLst>
              <a:ext uri="{FF2B5EF4-FFF2-40B4-BE49-F238E27FC236}">
                <a16:creationId xmlns:a16="http://schemas.microsoft.com/office/drawing/2014/main" id="{A599BB95-9755-4BC6-8051-C2B8CF54F2A1}"/>
              </a:ext>
            </a:extLst>
          </p:cNvPr>
          <p:cNvSpPr>
            <a:spLocks noGrp="1"/>
          </p:cNvSpPr>
          <p:nvPr>
            <p:ph type="ftr" sz="quarter" idx="4"/>
          </p:nvPr>
        </p:nvSpPr>
        <p:spPr/>
        <p:txBody>
          <a:bodyPr/>
          <a:lstStyle/>
          <a:p>
            <a:r>
              <a:rPr lang="en-US"/>
              <a:t>Name of the faculty [Group: G00] [Sem:2nd]</a:t>
            </a:r>
          </a:p>
        </p:txBody>
      </p:sp>
    </p:spTree>
    <p:extLst>
      <p:ext uri="{BB962C8B-B14F-4D97-AF65-F5344CB8AC3E}">
        <p14:creationId xmlns:p14="http://schemas.microsoft.com/office/powerpoint/2010/main" val="4254874723"/>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blank" preserve="1">
  <p:cSld name="Blank Slide">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tx" preserve="1">
  <p:cSld name="Title Slide">
    <p:spTree>
      <p:nvGrpSpPr>
        <p:cNvPr id="1" name=""/>
        <p:cNvGrpSpPr/>
        <p:nvPr/>
      </p:nvGrpSpPr>
      <p:grpSpPr>
        <a:xfrm>
          <a:off x="0" y="0"/>
          <a:ext cx="0" cy="0"/>
          <a:chOff x="0" y="0"/>
          <a:chExt cx="0" cy="0"/>
        </a:xfrm>
      </p:grpSpPr>
      <p:sp>
        <p:nvSpPr>
          <p:cNvPr id="20" name="PlaceHolder 1"/>
          <p:cNvSpPr>
            <a:spLocks noGrp="1"/>
          </p:cNvSpPr>
          <p:nvPr>
            <p:ph type="title"/>
          </p:nvPr>
        </p:nvSpPr>
        <p:spPr>
          <a:xfrm>
            <a:off x="0" y="0"/>
            <a:ext cx="5486040" cy="914040"/>
          </a:xfrm>
          <a:prstGeom prst="rect">
            <a:avLst/>
          </a:prstGeom>
        </p:spPr>
        <p:txBody>
          <a:bodyPr lIns="0" tIns="0" rIns="0" bIns="0" anchor="ctr">
            <a:noAutofit/>
          </a:bodyPr>
          <a:lstStyle/>
          <a:p>
            <a:endParaRPr lang="en-US" sz="3000" b="0" strike="noStrike" spc="-1">
              <a:solidFill>
                <a:srgbClr val="000000"/>
              </a:solidFill>
              <a:latin typeface="Arial"/>
            </a:endParaRPr>
          </a:p>
        </p:txBody>
      </p:sp>
      <p:sp>
        <p:nvSpPr>
          <p:cNvPr id="21" name="PlaceHolder 2"/>
          <p:cNvSpPr>
            <a:spLocks noGrp="1"/>
          </p:cNvSpPr>
          <p:nvPr>
            <p:ph type="subTitle"/>
          </p:nvPr>
        </p:nvSpPr>
        <p:spPr>
          <a:xfrm>
            <a:off x="457200" y="1604520"/>
            <a:ext cx="8229240" cy="3977280"/>
          </a:xfrm>
          <a:prstGeom prst="rect">
            <a:avLst/>
          </a:prstGeom>
        </p:spPr>
        <p:txBody>
          <a:bodyPr lIns="0" tIns="0" rIns="0" bIns="0" anchor="ctr">
            <a:noAutofit/>
          </a:bodyPr>
          <a:lstStyle/>
          <a:p>
            <a:pPr algn="ctr"/>
            <a:endParaRPr lang="en-GB" sz="3200" b="0" strike="noStrike" spc="-1" dirty="0">
              <a:latin typeface="Arial"/>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obj" preserve="1">
  <p:cSld name="Title, Content">
    <p:spTree>
      <p:nvGrpSpPr>
        <p:cNvPr id="1" name=""/>
        <p:cNvGrpSpPr/>
        <p:nvPr/>
      </p:nvGrpSpPr>
      <p:grpSpPr>
        <a:xfrm>
          <a:off x="0" y="0"/>
          <a:ext cx="0" cy="0"/>
          <a:chOff x="0" y="0"/>
          <a:chExt cx="0" cy="0"/>
        </a:xfrm>
      </p:grpSpPr>
      <p:sp>
        <p:nvSpPr>
          <p:cNvPr id="22" name="PlaceHolder 1"/>
          <p:cNvSpPr>
            <a:spLocks noGrp="1"/>
          </p:cNvSpPr>
          <p:nvPr>
            <p:ph type="title"/>
          </p:nvPr>
        </p:nvSpPr>
        <p:spPr>
          <a:xfrm>
            <a:off x="0" y="0"/>
            <a:ext cx="5486040" cy="914040"/>
          </a:xfrm>
          <a:prstGeom prst="rect">
            <a:avLst/>
          </a:prstGeom>
        </p:spPr>
        <p:txBody>
          <a:bodyPr lIns="0" tIns="0" rIns="0" bIns="0" anchor="ctr">
            <a:noAutofit/>
          </a:bodyPr>
          <a:lstStyle/>
          <a:p>
            <a:endParaRPr lang="en-US" sz="3000" b="0" strike="noStrike" spc="-1">
              <a:solidFill>
                <a:srgbClr val="000000"/>
              </a:solidFill>
              <a:latin typeface="Arial"/>
            </a:endParaRPr>
          </a:p>
        </p:txBody>
      </p:sp>
      <p:sp>
        <p:nvSpPr>
          <p:cNvPr id="23" name="PlaceHolder 2"/>
          <p:cNvSpPr>
            <a:spLocks noGrp="1"/>
          </p:cNvSpPr>
          <p:nvPr>
            <p:ph type="body"/>
          </p:nvPr>
        </p:nvSpPr>
        <p:spPr>
          <a:xfrm>
            <a:off x="457200" y="1604520"/>
            <a:ext cx="8229240" cy="3977280"/>
          </a:xfrm>
          <a:prstGeom prst="rect">
            <a:avLst/>
          </a:prstGeom>
        </p:spPr>
        <p:txBody>
          <a:bodyPr lIns="0" tIns="0" rIns="0" bIns="0">
            <a:normAutofit/>
          </a:bodyPr>
          <a:lstStyle/>
          <a:p>
            <a:endParaRPr lang="en-US" sz="3200" b="0" strike="noStrike" spc="-1">
              <a:solidFill>
                <a:srgbClr val="000000"/>
              </a:solidFill>
              <a:latin typeface="Calibri"/>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itle, 2 Content">
    <p:spTree>
      <p:nvGrpSpPr>
        <p:cNvPr id="1" name=""/>
        <p:cNvGrpSpPr/>
        <p:nvPr/>
      </p:nvGrpSpPr>
      <p:grpSpPr>
        <a:xfrm>
          <a:off x="0" y="0"/>
          <a:ext cx="0" cy="0"/>
          <a:chOff x="0" y="0"/>
          <a:chExt cx="0" cy="0"/>
        </a:xfrm>
      </p:grpSpPr>
      <p:sp>
        <p:nvSpPr>
          <p:cNvPr id="24" name="PlaceHolder 1"/>
          <p:cNvSpPr>
            <a:spLocks noGrp="1"/>
          </p:cNvSpPr>
          <p:nvPr>
            <p:ph type="title"/>
          </p:nvPr>
        </p:nvSpPr>
        <p:spPr>
          <a:xfrm>
            <a:off x="0" y="0"/>
            <a:ext cx="5486040" cy="914040"/>
          </a:xfrm>
          <a:prstGeom prst="rect">
            <a:avLst/>
          </a:prstGeom>
        </p:spPr>
        <p:txBody>
          <a:bodyPr lIns="0" tIns="0" rIns="0" bIns="0" anchor="ctr">
            <a:noAutofit/>
          </a:bodyPr>
          <a:lstStyle/>
          <a:p>
            <a:endParaRPr lang="en-US" sz="3000" b="0" strike="noStrike" spc="-1">
              <a:solidFill>
                <a:srgbClr val="000000"/>
              </a:solidFill>
              <a:latin typeface="Arial"/>
            </a:endParaRPr>
          </a:p>
        </p:txBody>
      </p:sp>
      <p:sp>
        <p:nvSpPr>
          <p:cNvPr id="25" name="PlaceHolder 2"/>
          <p:cNvSpPr>
            <a:spLocks noGrp="1"/>
          </p:cNvSpPr>
          <p:nvPr>
            <p:ph type="body"/>
          </p:nvPr>
        </p:nvSpPr>
        <p:spPr>
          <a:xfrm>
            <a:off x="457200" y="1604520"/>
            <a:ext cx="4015800" cy="3977280"/>
          </a:xfrm>
          <a:prstGeom prst="rect">
            <a:avLst/>
          </a:prstGeom>
        </p:spPr>
        <p:txBody>
          <a:bodyPr lIns="0" tIns="0" rIns="0" bIns="0">
            <a:normAutofit/>
          </a:bodyPr>
          <a:lstStyle/>
          <a:p>
            <a:endParaRPr lang="en-US" sz="3200" b="0" strike="noStrike" spc="-1">
              <a:solidFill>
                <a:srgbClr val="000000"/>
              </a:solidFill>
              <a:latin typeface="Calibri"/>
            </a:endParaRPr>
          </a:p>
        </p:txBody>
      </p:sp>
      <p:sp>
        <p:nvSpPr>
          <p:cNvPr id="26" name="PlaceHolder 3"/>
          <p:cNvSpPr>
            <a:spLocks noGrp="1"/>
          </p:cNvSpPr>
          <p:nvPr>
            <p:ph type="body"/>
          </p:nvPr>
        </p:nvSpPr>
        <p:spPr>
          <a:xfrm>
            <a:off x="4674240" y="1604520"/>
            <a:ext cx="4015800" cy="3977280"/>
          </a:xfrm>
          <a:prstGeom prst="rect">
            <a:avLst/>
          </a:prstGeom>
        </p:spPr>
        <p:txBody>
          <a:bodyPr lIns="0" tIns="0" rIns="0" bIns="0">
            <a:normAutofit/>
          </a:bodyPr>
          <a:lstStyle/>
          <a:p>
            <a:endParaRPr lang="en-US" sz="3200" b="0" strike="noStrike" spc="-1">
              <a:solidFill>
                <a:srgbClr val="000000"/>
              </a:solidFill>
              <a:latin typeface="Calibri"/>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7" name="PlaceHolder 1"/>
          <p:cNvSpPr>
            <a:spLocks noGrp="1"/>
          </p:cNvSpPr>
          <p:nvPr>
            <p:ph type="title"/>
          </p:nvPr>
        </p:nvSpPr>
        <p:spPr>
          <a:xfrm>
            <a:off x="0" y="0"/>
            <a:ext cx="5486040" cy="914040"/>
          </a:xfrm>
          <a:prstGeom prst="rect">
            <a:avLst/>
          </a:prstGeom>
        </p:spPr>
        <p:txBody>
          <a:bodyPr lIns="0" tIns="0" rIns="0" bIns="0" anchor="ctr">
            <a:noAutofit/>
          </a:bodyPr>
          <a:lstStyle/>
          <a:p>
            <a:endParaRPr lang="en-US" sz="3000" b="0" strike="noStrike" spc="-1">
              <a:solidFill>
                <a:srgbClr val="000000"/>
              </a:solidFill>
              <a:latin typeface="Arial"/>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objOnly" preserve="1">
  <p:cSld name="Centered Text">
    <p:spTree>
      <p:nvGrpSpPr>
        <p:cNvPr id="1" name=""/>
        <p:cNvGrpSpPr/>
        <p:nvPr/>
      </p:nvGrpSpPr>
      <p:grpSpPr>
        <a:xfrm>
          <a:off x="0" y="0"/>
          <a:ext cx="0" cy="0"/>
          <a:chOff x="0" y="0"/>
          <a:chExt cx="0" cy="0"/>
        </a:xfrm>
      </p:grpSpPr>
      <p:sp>
        <p:nvSpPr>
          <p:cNvPr id="28" name="PlaceHolder 1"/>
          <p:cNvSpPr>
            <a:spLocks noGrp="1"/>
          </p:cNvSpPr>
          <p:nvPr>
            <p:ph type="subTitle"/>
          </p:nvPr>
        </p:nvSpPr>
        <p:spPr>
          <a:xfrm>
            <a:off x="0" y="0"/>
            <a:ext cx="5486040" cy="4238280"/>
          </a:xfrm>
          <a:prstGeom prst="rect">
            <a:avLst/>
          </a:prstGeom>
        </p:spPr>
        <p:txBody>
          <a:bodyPr lIns="0" tIns="0" rIns="0" bIns="0" anchor="ctr">
            <a:noAutofit/>
          </a:bodyPr>
          <a:lstStyle/>
          <a:p>
            <a:pPr algn="ctr"/>
            <a:endParaRPr lang="en-GB" sz="3200" b="0" strike="noStrike" spc="-1">
              <a:latin typeface="Arial"/>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twoObjAndObj" preserve="1">
  <p:cSld name="Title, 2 Content and Content">
    <p:spTree>
      <p:nvGrpSpPr>
        <p:cNvPr id="1" name=""/>
        <p:cNvGrpSpPr/>
        <p:nvPr/>
      </p:nvGrpSpPr>
      <p:grpSpPr>
        <a:xfrm>
          <a:off x="0" y="0"/>
          <a:ext cx="0" cy="0"/>
          <a:chOff x="0" y="0"/>
          <a:chExt cx="0" cy="0"/>
        </a:xfrm>
      </p:grpSpPr>
      <p:sp>
        <p:nvSpPr>
          <p:cNvPr id="29" name="PlaceHolder 1"/>
          <p:cNvSpPr>
            <a:spLocks noGrp="1"/>
          </p:cNvSpPr>
          <p:nvPr>
            <p:ph type="title"/>
          </p:nvPr>
        </p:nvSpPr>
        <p:spPr>
          <a:xfrm>
            <a:off x="0" y="0"/>
            <a:ext cx="5486040" cy="914040"/>
          </a:xfrm>
          <a:prstGeom prst="rect">
            <a:avLst/>
          </a:prstGeom>
        </p:spPr>
        <p:txBody>
          <a:bodyPr lIns="0" tIns="0" rIns="0" bIns="0" anchor="ctr">
            <a:noAutofit/>
          </a:bodyPr>
          <a:lstStyle/>
          <a:p>
            <a:endParaRPr lang="en-US" sz="3000" b="0" strike="noStrike" spc="-1">
              <a:solidFill>
                <a:srgbClr val="000000"/>
              </a:solidFill>
              <a:latin typeface="Arial"/>
            </a:endParaRPr>
          </a:p>
        </p:txBody>
      </p:sp>
      <p:sp>
        <p:nvSpPr>
          <p:cNvPr id="30" name="PlaceHolder 2"/>
          <p:cNvSpPr>
            <a:spLocks noGrp="1"/>
          </p:cNvSpPr>
          <p:nvPr>
            <p:ph type="body"/>
          </p:nvPr>
        </p:nvSpPr>
        <p:spPr>
          <a:xfrm>
            <a:off x="457200" y="1604520"/>
            <a:ext cx="4015800" cy="1896840"/>
          </a:xfrm>
          <a:prstGeom prst="rect">
            <a:avLst/>
          </a:prstGeom>
        </p:spPr>
        <p:txBody>
          <a:bodyPr lIns="0" tIns="0" rIns="0" bIns="0">
            <a:normAutofit/>
          </a:bodyPr>
          <a:lstStyle/>
          <a:p>
            <a:endParaRPr lang="en-US" sz="3200" b="0" strike="noStrike" spc="-1">
              <a:solidFill>
                <a:srgbClr val="000000"/>
              </a:solidFill>
              <a:latin typeface="Calibri"/>
            </a:endParaRPr>
          </a:p>
        </p:txBody>
      </p:sp>
      <p:sp>
        <p:nvSpPr>
          <p:cNvPr id="31" name="PlaceHolder 3"/>
          <p:cNvSpPr>
            <a:spLocks noGrp="1"/>
          </p:cNvSpPr>
          <p:nvPr>
            <p:ph type="body"/>
          </p:nvPr>
        </p:nvSpPr>
        <p:spPr>
          <a:xfrm>
            <a:off x="4674240" y="1604520"/>
            <a:ext cx="4015800" cy="3977280"/>
          </a:xfrm>
          <a:prstGeom prst="rect">
            <a:avLst/>
          </a:prstGeom>
        </p:spPr>
        <p:txBody>
          <a:bodyPr lIns="0" tIns="0" rIns="0" bIns="0">
            <a:normAutofit/>
          </a:bodyPr>
          <a:lstStyle/>
          <a:p>
            <a:endParaRPr lang="en-US" sz="3200" b="0" strike="noStrike" spc="-1">
              <a:solidFill>
                <a:srgbClr val="000000"/>
              </a:solidFill>
              <a:latin typeface="Calibri"/>
            </a:endParaRPr>
          </a:p>
        </p:txBody>
      </p:sp>
      <p:sp>
        <p:nvSpPr>
          <p:cNvPr id="32" name="PlaceHolder 4"/>
          <p:cNvSpPr>
            <a:spLocks noGrp="1"/>
          </p:cNvSpPr>
          <p:nvPr>
            <p:ph type="body"/>
          </p:nvPr>
        </p:nvSpPr>
        <p:spPr>
          <a:xfrm>
            <a:off x="457200" y="3682080"/>
            <a:ext cx="4015800" cy="1896840"/>
          </a:xfrm>
          <a:prstGeom prst="rect">
            <a:avLst/>
          </a:prstGeom>
        </p:spPr>
        <p:txBody>
          <a:bodyPr lIns="0" tIns="0" rIns="0" bIns="0">
            <a:normAutofit/>
          </a:bodyPr>
          <a:lstStyle/>
          <a:p>
            <a:endParaRPr lang="en-US" sz="3200" b="0" strike="noStrike" spc="-1">
              <a:solidFill>
                <a:srgbClr val="000000"/>
              </a:solidFill>
              <a:latin typeface="Calibri"/>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AndTwoObj" preserve="1">
  <p:cSld name="Title Content and 2 Content">
    <p:spTree>
      <p:nvGrpSpPr>
        <p:cNvPr id="1" name=""/>
        <p:cNvGrpSpPr/>
        <p:nvPr/>
      </p:nvGrpSpPr>
      <p:grpSpPr>
        <a:xfrm>
          <a:off x="0" y="0"/>
          <a:ext cx="0" cy="0"/>
          <a:chOff x="0" y="0"/>
          <a:chExt cx="0" cy="0"/>
        </a:xfrm>
      </p:grpSpPr>
      <p:sp>
        <p:nvSpPr>
          <p:cNvPr id="33" name="PlaceHolder 1"/>
          <p:cNvSpPr>
            <a:spLocks noGrp="1"/>
          </p:cNvSpPr>
          <p:nvPr>
            <p:ph type="title"/>
          </p:nvPr>
        </p:nvSpPr>
        <p:spPr>
          <a:xfrm>
            <a:off x="0" y="0"/>
            <a:ext cx="5486040" cy="914040"/>
          </a:xfrm>
          <a:prstGeom prst="rect">
            <a:avLst/>
          </a:prstGeom>
        </p:spPr>
        <p:txBody>
          <a:bodyPr lIns="0" tIns="0" rIns="0" bIns="0" anchor="ctr">
            <a:noAutofit/>
          </a:bodyPr>
          <a:lstStyle/>
          <a:p>
            <a:endParaRPr lang="en-US" sz="3000" b="0" strike="noStrike" spc="-1">
              <a:solidFill>
                <a:srgbClr val="000000"/>
              </a:solidFill>
              <a:latin typeface="Arial"/>
            </a:endParaRPr>
          </a:p>
        </p:txBody>
      </p:sp>
      <p:sp>
        <p:nvSpPr>
          <p:cNvPr id="34" name="PlaceHolder 2"/>
          <p:cNvSpPr>
            <a:spLocks noGrp="1"/>
          </p:cNvSpPr>
          <p:nvPr>
            <p:ph type="body"/>
          </p:nvPr>
        </p:nvSpPr>
        <p:spPr>
          <a:xfrm>
            <a:off x="457200" y="1604520"/>
            <a:ext cx="4015800" cy="3977280"/>
          </a:xfrm>
          <a:prstGeom prst="rect">
            <a:avLst/>
          </a:prstGeom>
        </p:spPr>
        <p:txBody>
          <a:bodyPr lIns="0" tIns="0" rIns="0" bIns="0">
            <a:normAutofit/>
          </a:bodyPr>
          <a:lstStyle/>
          <a:p>
            <a:endParaRPr lang="en-US" sz="3200" b="0" strike="noStrike" spc="-1">
              <a:solidFill>
                <a:srgbClr val="000000"/>
              </a:solidFill>
              <a:latin typeface="Calibri"/>
            </a:endParaRPr>
          </a:p>
        </p:txBody>
      </p:sp>
      <p:sp>
        <p:nvSpPr>
          <p:cNvPr id="35" name="PlaceHolder 3"/>
          <p:cNvSpPr>
            <a:spLocks noGrp="1"/>
          </p:cNvSpPr>
          <p:nvPr>
            <p:ph type="body"/>
          </p:nvPr>
        </p:nvSpPr>
        <p:spPr>
          <a:xfrm>
            <a:off x="4674240" y="1604520"/>
            <a:ext cx="4015800" cy="1896840"/>
          </a:xfrm>
          <a:prstGeom prst="rect">
            <a:avLst/>
          </a:prstGeom>
        </p:spPr>
        <p:txBody>
          <a:bodyPr lIns="0" tIns="0" rIns="0" bIns="0">
            <a:normAutofit/>
          </a:bodyPr>
          <a:lstStyle/>
          <a:p>
            <a:endParaRPr lang="en-US" sz="3200" b="0" strike="noStrike" spc="-1">
              <a:solidFill>
                <a:srgbClr val="000000"/>
              </a:solidFill>
              <a:latin typeface="Calibri"/>
            </a:endParaRPr>
          </a:p>
        </p:txBody>
      </p:sp>
      <p:sp>
        <p:nvSpPr>
          <p:cNvPr id="36" name="PlaceHolder 4"/>
          <p:cNvSpPr>
            <a:spLocks noGrp="1"/>
          </p:cNvSpPr>
          <p:nvPr>
            <p:ph type="body"/>
          </p:nvPr>
        </p:nvSpPr>
        <p:spPr>
          <a:xfrm>
            <a:off x="4674240" y="3682080"/>
            <a:ext cx="4015800" cy="1896840"/>
          </a:xfrm>
          <a:prstGeom prst="rect">
            <a:avLst/>
          </a:prstGeom>
        </p:spPr>
        <p:txBody>
          <a:bodyPr lIns="0" tIns="0" rIns="0" bIns="0">
            <a:normAutofit/>
          </a:bodyPr>
          <a:lstStyle/>
          <a:p>
            <a:endParaRPr lang="en-US" sz="3200" b="0" strike="noStrike" spc="-1">
              <a:solidFill>
                <a:srgbClr val="000000"/>
              </a:solidFill>
              <a:latin typeface="Calibri"/>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twoObjOverTx" preserve="1">
  <p:cSld name="Title, 2 Content over Content">
    <p:spTree>
      <p:nvGrpSpPr>
        <p:cNvPr id="1" name=""/>
        <p:cNvGrpSpPr/>
        <p:nvPr/>
      </p:nvGrpSpPr>
      <p:grpSpPr>
        <a:xfrm>
          <a:off x="0" y="0"/>
          <a:ext cx="0" cy="0"/>
          <a:chOff x="0" y="0"/>
          <a:chExt cx="0" cy="0"/>
        </a:xfrm>
      </p:grpSpPr>
      <p:sp>
        <p:nvSpPr>
          <p:cNvPr id="37" name="PlaceHolder 1"/>
          <p:cNvSpPr>
            <a:spLocks noGrp="1"/>
          </p:cNvSpPr>
          <p:nvPr>
            <p:ph type="title"/>
          </p:nvPr>
        </p:nvSpPr>
        <p:spPr>
          <a:xfrm>
            <a:off x="0" y="0"/>
            <a:ext cx="5486040" cy="914040"/>
          </a:xfrm>
          <a:prstGeom prst="rect">
            <a:avLst/>
          </a:prstGeom>
        </p:spPr>
        <p:txBody>
          <a:bodyPr lIns="0" tIns="0" rIns="0" bIns="0" anchor="ctr">
            <a:noAutofit/>
          </a:bodyPr>
          <a:lstStyle/>
          <a:p>
            <a:endParaRPr lang="en-US" sz="3000" b="0" strike="noStrike" spc="-1">
              <a:solidFill>
                <a:srgbClr val="000000"/>
              </a:solidFill>
              <a:latin typeface="Arial"/>
            </a:endParaRPr>
          </a:p>
        </p:txBody>
      </p:sp>
      <p:sp>
        <p:nvSpPr>
          <p:cNvPr id="38" name="PlaceHolder 2"/>
          <p:cNvSpPr>
            <a:spLocks noGrp="1"/>
          </p:cNvSpPr>
          <p:nvPr>
            <p:ph type="body"/>
          </p:nvPr>
        </p:nvSpPr>
        <p:spPr>
          <a:xfrm>
            <a:off x="457200" y="1604520"/>
            <a:ext cx="4015800" cy="1896840"/>
          </a:xfrm>
          <a:prstGeom prst="rect">
            <a:avLst/>
          </a:prstGeom>
        </p:spPr>
        <p:txBody>
          <a:bodyPr lIns="0" tIns="0" rIns="0" bIns="0">
            <a:normAutofit/>
          </a:bodyPr>
          <a:lstStyle/>
          <a:p>
            <a:endParaRPr lang="en-US" sz="3200" b="0" strike="noStrike" spc="-1">
              <a:solidFill>
                <a:srgbClr val="000000"/>
              </a:solidFill>
              <a:latin typeface="Calibri"/>
            </a:endParaRPr>
          </a:p>
        </p:txBody>
      </p:sp>
      <p:sp>
        <p:nvSpPr>
          <p:cNvPr id="39" name="PlaceHolder 3"/>
          <p:cNvSpPr>
            <a:spLocks noGrp="1"/>
          </p:cNvSpPr>
          <p:nvPr>
            <p:ph type="body"/>
          </p:nvPr>
        </p:nvSpPr>
        <p:spPr>
          <a:xfrm>
            <a:off x="4674240" y="1604520"/>
            <a:ext cx="4015800" cy="1896840"/>
          </a:xfrm>
          <a:prstGeom prst="rect">
            <a:avLst/>
          </a:prstGeom>
        </p:spPr>
        <p:txBody>
          <a:bodyPr lIns="0" tIns="0" rIns="0" bIns="0">
            <a:normAutofit/>
          </a:bodyPr>
          <a:lstStyle/>
          <a:p>
            <a:endParaRPr lang="en-US" sz="3200" b="0" strike="noStrike" spc="-1">
              <a:solidFill>
                <a:srgbClr val="000000"/>
              </a:solidFill>
              <a:latin typeface="Calibri"/>
            </a:endParaRPr>
          </a:p>
        </p:txBody>
      </p:sp>
      <p:sp>
        <p:nvSpPr>
          <p:cNvPr id="40" name="PlaceHolder 4"/>
          <p:cNvSpPr>
            <a:spLocks noGrp="1"/>
          </p:cNvSpPr>
          <p:nvPr>
            <p:ph type="body"/>
          </p:nvPr>
        </p:nvSpPr>
        <p:spPr>
          <a:xfrm>
            <a:off x="457200" y="3682080"/>
            <a:ext cx="8229240" cy="1896840"/>
          </a:xfrm>
          <a:prstGeom prst="rect">
            <a:avLst/>
          </a:prstGeom>
        </p:spPr>
        <p:txBody>
          <a:bodyPr lIns="0" tIns="0" rIns="0" bIns="0">
            <a:normAutofit/>
          </a:bodyPr>
          <a:lstStyle/>
          <a:p>
            <a:endParaRPr lang="en-US" sz="3200" b="0" strike="noStrike" spc="-1">
              <a:solidFill>
                <a:srgbClr val="000000"/>
              </a:solidFill>
              <a:latin typeface="Calibri"/>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objOverTx" preserve="1">
  <p:cSld name="Title, Content over Content">
    <p:spTree>
      <p:nvGrpSpPr>
        <p:cNvPr id="1" name=""/>
        <p:cNvGrpSpPr/>
        <p:nvPr/>
      </p:nvGrpSpPr>
      <p:grpSpPr>
        <a:xfrm>
          <a:off x="0" y="0"/>
          <a:ext cx="0" cy="0"/>
          <a:chOff x="0" y="0"/>
          <a:chExt cx="0" cy="0"/>
        </a:xfrm>
      </p:grpSpPr>
      <p:sp>
        <p:nvSpPr>
          <p:cNvPr id="41" name="PlaceHolder 1"/>
          <p:cNvSpPr>
            <a:spLocks noGrp="1"/>
          </p:cNvSpPr>
          <p:nvPr>
            <p:ph type="title"/>
          </p:nvPr>
        </p:nvSpPr>
        <p:spPr>
          <a:xfrm>
            <a:off x="0" y="0"/>
            <a:ext cx="5486040" cy="914040"/>
          </a:xfrm>
          <a:prstGeom prst="rect">
            <a:avLst/>
          </a:prstGeom>
        </p:spPr>
        <p:txBody>
          <a:bodyPr lIns="0" tIns="0" rIns="0" bIns="0" anchor="ctr">
            <a:noAutofit/>
          </a:bodyPr>
          <a:lstStyle/>
          <a:p>
            <a:endParaRPr lang="en-US" sz="3000" b="0" strike="noStrike" spc="-1">
              <a:solidFill>
                <a:srgbClr val="000000"/>
              </a:solidFill>
              <a:latin typeface="Arial"/>
            </a:endParaRPr>
          </a:p>
        </p:txBody>
      </p:sp>
      <p:sp>
        <p:nvSpPr>
          <p:cNvPr id="42" name="PlaceHolder 2"/>
          <p:cNvSpPr>
            <a:spLocks noGrp="1"/>
          </p:cNvSpPr>
          <p:nvPr>
            <p:ph type="body"/>
          </p:nvPr>
        </p:nvSpPr>
        <p:spPr>
          <a:xfrm>
            <a:off x="457200" y="1604520"/>
            <a:ext cx="8229240" cy="1896840"/>
          </a:xfrm>
          <a:prstGeom prst="rect">
            <a:avLst/>
          </a:prstGeom>
        </p:spPr>
        <p:txBody>
          <a:bodyPr lIns="0" tIns="0" rIns="0" bIns="0">
            <a:normAutofit/>
          </a:bodyPr>
          <a:lstStyle/>
          <a:p>
            <a:endParaRPr lang="en-US" sz="3200" b="0" strike="noStrike" spc="-1">
              <a:solidFill>
                <a:srgbClr val="000000"/>
              </a:solidFill>
              <a:latin typeface="Calibri"/>
            </a:endParaRPr>
          </a:p>
        </p:txBody>
      </p:sp>
      <p:sp>
        <p:nvSpPr>
          <p:cNvPr id="43" name="PlaceHolder 3"/>
          <p:cNvSpPr>
            <a:spLocks noGrp="1"/>
          </p:cNvSpPr>
          <p:nvPr>
            <p:ph type="body"/>
          </p:nvPr>
        </p:nvSpPr>
        <p:spPr>
          <a:xfrm>
            <a:off x="457200" y="3682080"/>
            <a:ext cx="8229240" cy="1896840"/>
          </a:xfrm>
          <a:prstGeom prst="rect">
            <a:avLst/>
          </a:prstGeom>
        </p:spPr>
        <p:txBody>
          <a:bodyPr lIns="0" tIns="0" rIns="0" bIns="0">
            <a:normAutofit/>
          </a:bodyPr>
          <a:lstStyle/>
          <a:p>
            <a:endParaRPr lang="en-US" sz="3200" b="0" strike="noStrike" spc="-1">
              <a:solidFill>
                <a:srgbClr val="000000"/>
              </a:solidFill>
              <a:latin typeface="Calibri"/>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fourObj" preserve="1">
  <p:cSld name="Title, 4 Content">
    <p:spTree>
      <p:nvGrpSpPr>
        <p:cNvPr id="1" name=""/>
        <p:cNvGrpSpPr/>
        <p:nvPr/>
      </p:nvGrpSpPr>
      <p:grpSpPr>
        <a:xfrm>
          <a:off x="0" y="0"/>
          <a:ext cx="0" cy="0"/>
          <a:chOff x="0" y="0"/>
          <a:chExt cx="0" cy="0"/>
        </a:xfrm>
      </p:grpSpPr>
      <p:sp>
        <p:nvSpPr>
          <p:cNvPr id="44" name="PlaceHolder 1"/>
          <p:cNvSpPr>
            <a:spLocks noGrp="1"/>
          </p:cNvSpPr>
          <p:nvPr>
            <p:ph type="title"/>
          </p:nvPr>
        </p:nvSpPr>
        <p:spPr>
          <a:xfrm>
            <a:off x="0" y="0"/>
            <a:ext cx="5486040" cy="914040"/>
          </a:xfrm>
          <a:prstGeom prst="rect">
            <a:avLst/>
          </a:prstGeom>
        </p:spPr>
        <p:txBody>
          <a:bodyPr lIns="0" tIns="0" rIns="0" bIns="0" anchor="ctr">
            <a:noAutofit/>
          </a:bodyPr>
          <a:lstStyle/>
          <a:p>
            <a:endParaRPr lang="en-US" sz="3000" b="0" strike="noStrike" spc="-1">
              <a:solidFill>
                <a:srgbClr val="000000"/>
              </a:solidFill>
              <a:latin typeface="Arial"/>
            </a:endParaRPr>
          </a:p>
        </p:txBody>
      </p:sp>
      <p:sp>
        <p:nvSpPr>
          <p:cNvPr id="45" name="PlaceHolder 2"/>
          <p:cNvSpPr>
            <a:spLocks noGrp="1"/>
          </p:cNvSpPr>
          <p:nvPr>
            <p:ph type="body"/>
          </p:nvPr>
        </p:nvSpPr>
        <p:spPr>
          <a:xfrm>
            <a:off x="457200" y="1604520"/>
            <a:ext cx="4015800" cy="1896840"/>
          </a:xfrm>
          <a:prstGeom prst="rect">
            <a:avLst/>
          </a:prstGeom>
        </p:spPr>
        <p:txBody>
          <a:bodyPr lIns="0" tIns="0" rIns="0" bIns="0">
            <a:normAutofit/>
          </a:bodyPr>
          <a:lstStyle/>
          <a:p>
            <a:endParaRPr lang="en-US" sz="3200" b="0" strike="noStrike" spc="-1">
              <a:solidFill>
                <a:srgbClr val="000000"/>
              </a:solidFill>
              <a:latin typeface="Calibri"/>
            </a:endParaRPr>
          </a:p>
        </p:txBody>
      </p:sp>
      <p:sp>
        <p:nvSpPr>
          <p:cNvPr id="46" name="PlaceHolder 3"/>
          <p:cNvSpPr>
            <a:spLocks noGrp="1"/>
          </p:cNvSpPr>
          <p:nvPr>
            <p:ph type="body"/>
          </p:nvPr>
        </p:nvSpPr>
        <p:spPr>
          <a:xfrm>
            <a:off x="4674240" y="1604520"/>
            <a:ext cx="4015800" cy="1896840"/>
          </a:xfrm>
          <a:prstGeom prst="rect">
            <a:avLst/>
          </a:prstGeom>
        </p:spPr>
        <p:txBody>
          <a:bodyPr lIns="0" tIns="0" rIns="0" bIns="0">
            <a:normAutofit/>
          </a:bodyPr>
          <a:lstStyle/>
          <a:p>
            <a:endParaRPr lang="en-US" sz="3200" b="0" strike="noStrike" spc="-1">
              <a:solidFill>
                <a:srgbClr val="000000"/>
              </a:solidFill>
              <a:latin typeface="Calibri"/>
            </a:endParaRPr>
          </a:p>
        </p:txBody>
      </p:sp>
      <p:sp>
        <p:nvSpPr>
          <p:cNvPr id="47" name="PlaceHolder 4"/>
          <p:cNvSpPr>
            <a:spLocks noGrp="1"/>
          </p:cNvSpPr>
          <p:nvPr>
            <p:ph type="body"/>
          </p:nvPr>
        </p:nvSpPr>
        <p:spPr>
          <a:xfrm>
            <a:off x="457200" y="3682080"/>
            <a:ext cx="4015800" cy="1896840"/>
          </a:xfrm>
          <a:prstGeom prst="rect">
            <a:avLst/>
          </a:prstGeom>
        </p:spPr>
        <p:txBody>
          <a:bodyPr lIns="0" tIns="0" rIns="0" bIns="0">
            <a:normAutofit/>
          </a:bodyPr>
          <a:lstStyle/>
          <a:p>
            <a:endParaRPr lang="en-US" sz="3200" b="0" strike="noStrike" spc="-1">
              <a:solidFill>
                <a:srgbClr val="000000"/>
              </a:solidFill>
              <a:latin typeface="Calibri"/>
            </a:endParaRPr>
          </a:p>
        </p:txBody>
      </p:sp>
      <p:sp>
        <p:nvSpPr>
          <p:cNvPr id="48" name="PlaceHolder 5"/>
          <p:cNvSpPr>
            <a:spLocks noGrp="1"/>
          </p:cNvSpPr>
          <p:nvPr>
            <p:ph type="body"/>
          </p:nvPr>
        </p:nvSpPr>
        <p:spPr>
          <a:xfrm>
            <a:off x="4674240" y="3682080"/>
            <a:ext cx="4015800" cy="1896840"/>
          </a:xfrm>
          <a:prstGeom prst="rect">
            <a:avLst/>
          </a:prstGeom>
        </p:spPr>
        <p:txBody>
          <a:bodyPr lIns="0" tIns="0" rIns="0" bIns="0">
            <a:normAutofit/>
          </a:bodyPr>
          <a:lstStyle/>
          <a:p>
            <a:endParaRPr lang="en-US" sz="3200" b="0" strike="noStrike" spc="-1">
              <a:solidFill>
                <a:srgbClr val="000000"/>
              </a:solidFill>
              <a:latin typeface="Calibri"/>
            </a:endParaRPr>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blank" preserve="1">
  <p:cSld name="Title, 6 Content">
    <p:spTree>
      <p:nvGrpSpPr>
        <p:cNvPr id="1" name=""/>
        <p:cNvGrpSpPr/>
        <p:nvPr/>
      </p:nvGrpSpPr>
      <p:grpSpPr>
        <a:xfrm>
          <a:off x="0" y="0"/>
          <a:ext cx="0" cy="0"/>
          <a:chOff x="0" y="0"/>
          <a:chExt cx="0" cy="0"/>
        </a:xfrm>
      </p:grpSpPr>
      <p:sp>
        <p:nvSpPr>
          <p:cNvPr id="49" name="PlaceHolder 1"/>
          <p:cNvSpPr>
            <a:spLocks noGrp="1"/>
          </p:cNvSpPr>
          <p:nvPr>
            <p:ph type="title"/>
          </p:nvPr>
        </p:nvSpPr>
        <p:spPr>
          <a:xfrm>
            <a:off x="0" y="0"/>
            <a:ext cx="5486040" cy="914040"/>
          </a:xfrm>
          <a:prstGeom prst="rect">
            <a:avLst/>
          </a:prstGeom>
        </p:spPr>
        <p:txBody>
          <a:bodyPr lIns="0" tIns="0" rIns="0" bIns="0" anchor="ctr">
            <a:noAutofit/>
          </a:bodyPr>
          <a:lstStyle/>
          <a:p>
            <a:endParaRPr lang="en-US" sz="3000" b="0" strike="noStrike" spc="-1">
              <a:solidFill>
                <a:srgbClr val="000000"/>
              </a:solidFill>
              <a:latin typeface="Arial"/>
            </a:endParaRPr>
          </a:p>
        </p:txBody>
      </p:sp>
      <p:sp>
        <p:nvSpPr>
          <p:cNvPr id="50" name="PlaceHolder 2"/>
          <p:cNvSpPr>
            <a:spLocks noGrp="1"/>
          </p:cNvSpPr>
          <p:nvPr>
            <p:ph type="body"/>
          </p:nvPr>
        </p:nvSpPr>
        <p:spPr>
          <a:xfrm>
            <a:off x="457200" y="1604520"/>
            <a:ext cx="2649600" cy="1896840"/>
          </a:xfrm>
          <a:prstGeom prst="rect">
            <a:avLst/>
          </a:prstGeom>
        </p:spPr>
        <p:txBody>
          <a:bodyPr lIns="0" tIns="0" rIns="0" bIns="0">
            <a:normAutofit/>
          </a:bodyPr>
          <a:lstStyle/>
          <a:p>
            <a:endParaRPr lang="en-US" sz="3200" b="0" strike="noStrike" spc="-1">
              <a:solidFill>
                <a:srgbClr val="000000"/>
              </a:solidFill>
              <a:latin typeface="Calibri"/>
            </a:endParaRPr>
          </a:p>
        </p:txBody>
      </p:sp>
      <p:sp>
        <p:nvSpPr>
          <p:cNvPr id="51" name="PlaceHolder 3"/>
          <p:cNvSpPr>
            <a:spLocks noGrp="1"/>
          </p:cNvSpPr>
          <p:nvPr>
            <p:ph type="body"/>
          </p:nvPr>
        </p:nvSpPr>
        <p:spPr>
          <a:xfrm>
            <a:off x="3239640" y="1604520"/>
            <a:ext cx="2649600" cy="1896840"/>
          </a:xfrm>
          <a:prstGeom prst="rect">
            <a:avLst/>
          </a:prstGeom>
        </p:spPr>
        <p:txBody>
          <a:bodyPr lIns="0" tIns="0" rIns="0" bIns="0">
            <a:normAutofit/>
          </a:bodyPr>
          <a:lstStyle/>
          <a:p>
            <a:endParaRPr lang="en-US" sz="3200" b="0" strike="noStrike" spc="-1">
              <a:solidFill>
                <a:srgbClr val="000000"/>
              </a:solidFill>
              <a:latin typeface="Calibri"/>
            </a:endParaRPr>
          </a:p>
        </p:txBody>
      </p:sp>
      <p:sp>
        <p:nvSpPr>
          <p:cNvPr id="52" name="PlaceHolder 4"/>
          <p:cNvSpPr>
            <a:spLocks noGrp="1"/>
          </p:cNvSpPr>
          <p:nvPr>
            <p:ph type="body"/>
          </p:nvPr>
        </p:nvSpPr>
        <p:spPr>
          <a:xfrm>
            <a:off x="6022080" y="1604520"/>
            <a:ext cx="2649600" cy="1896840"/>
          </a:xfrm>
          <a:prstGeom prst="rect">
            <a:avLst/>
          </a:prstGeom>
        </p:spPr>
        <p:txBody>
          <a:bodyPr lIns="0" tIns="0" rIns="0" bIns="0">
            <a:normAutofit/>
          </a:bodyPr>
          <a:lstStyle/>
          <a:p>
            <a:endParaRPr lang="en-US" sz="3200" b="0" strike="noStrike" spc="-1">
              <a:solidFill>
                <a:srgbClr val="000000"/>
              </a:solidFill>
              <a:latin typeface="Calibri"/>
            </a:endParaRPr>
          </a:p>
        </p:txBody>
      </p:sp>
      <p:sp>
        <p:nvSpPr>
          <p:cNvPr id="53" name="PlaceHolder 5"/>
          <p:cNvSpPr>
            <a:spLocks noGrp="1"/>
          </p:cNvSpPr>
          <p:nvPr>
            <p:ph type="body"/>
          </p:nvPr>
        </p:nvSpPr>
        <p:spPr>
          <a:xfrm>
            <a:off x="457200" y="3682080"/>
            <a:ext cx="2649600" cy="1896840"/>
          </a:xfrm>
          <a:prstGeom prst="rect">
            <a:avLst/>
          </a:prstGeom>
        </p:spPr>
        <p:txBody>
          <a:bodyPr lIns="0" tIns="0" rIns="0" bIns="0">
            <a:normAutofit/>
          </a:bodyPr>
          <a:lstStyle/>
          <a:p>
            <a:endParaRPr lang="en-US" sz="3200" b="0" strike="noStrike" spc="-1">
              <a:solidFill>
                <a:srgbClr val="000000"/>
              </a:solidFill>
              <a:latin typeface="Calibri"/>
            </a:endParaRPr>
          </a:p>
        </p:txBody>
      </p:sp>
      <p:sp>
        <p:nvSpPr>
          <p:cNvPr id="54" name="PlaceHolder 6"/>
          <p:cNvSpPr>
            <a:spLocks noGrp="1"/>
          </p:cNvSpPr>
          <p:nvPr>
            <p:ph type="body"/>
          </p:nvPr>
        </p:nvSpPr>
        <p:spPr>
          <a:xfrm>
            <a:off x="3239640" y="3682080"/>
            <a:ext cx="2649600" cy="1896840"/>
          </a:xfrm>
          <a:prstGeom prst="rect">
            <a:avLst/>
          </a:prstGeom>
        </p:spPr>
        <p:txBody>
          <a:bodyPr lIns="0" tIns="0" rIns="0" bIns="0">
            <a:normAutofit/>
          </a:bodyPr>
          <a:lstStyle/>
          <a:p>
            <a:endParaRPr lang="en-US" sz="3200" b="0" strike="noStrike" spc="-1">
              <a:solidFill>
                <a:srgbClr val="000000"/>
              </a:solidFill>
              <a:latin typeface="Calibri"/>
            </a:endParaRPr>
          </a:p>
        </p:txBody>
      </p:sp>
      <p:sp>
        <p:nvSpPr>
          <p:cNvPr id="55" name="PlaceHolder 7"/>
          <p:cNvSpPr>
            <a:spLocks noGrp="1"/>
          </p:cNvSpPr>
          <p:nvPr>
            <p:ph type="body"/>
          </p:nvPr>
        </p:nvSpPr>
        <p:spPr>
          <a:xfrm>
            <a:off x="6022080" y="3682080"/>
            <a:ext cx="2649600" cy="1896840"/>
          </a:xfrm>
          <a:prstGeom prst="rect">
            <a:avLst/>
          </a:prstGeom>
        </p:spPr>
        <p:txBody>
          <a:bodyPr lIns="0" tIns="0" rIns="0" bIns="0">
            <a:normAutofit/>
          </a:bodyPr>
          <a:lstStyle/>
          <a:p>
            <a:endParaRPr lang="en-US" sz="3200" b="0" strike="noStrike" spc="-1">
              <a:solidFill>
                <a:srgbClr val="000000"/>
              </a:solidFill>
              <a:latin typeface="Calibri"/>
            </a:endParaRPr>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image" Target="../media/image2.jpeg"/><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image" Target="../media/image1.png"/></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0" name="CustomShape 1"/>
          <p:cNvSpPr/>
          <p:nvPr/>
        </p:nvSpPr>
        <p:spPr>
          <a:xfrm>
            <a:off x="0" y="0"/>
            <a:ext cx="9143640" cy="837720"/>
          </a:xfrm>
          <a:prstGeom prst="rect">
            <a:avLst/>
          </a:prstGeom>
          <a:solidFill>
            <a:srgbClr val="FF3300"/>
          </a:solidFill>
          <a:ln w="9360">
            <a:noFill/>
          </a:ln>
        </p:spPr>
        <p:style>
          <a:lnRef idx="0">
            <a:scrgbClr r="0" g="0" b="0"/>
          </a:lnRef>
          <a:fillRef idx="0">
            <a:scrgbClr r="0" g="0" b="0"/>
          </a:fillRef>
          <a:effectRef idx="0">
            <a:scrgbClr r="0" g="0" b="0"/>
          </a:effectRef>
          <a:fontRef idx="minor"/>
        </p:style>
        <p:txBody>
          <a:bodyPr/>
          <a:lstStyle/>
          <a:p>
            <a:endParaRPr lang="en-US"/>
          </a:p>
        </p:txBody>
      </p:sp>
      <p:sp>
        <p:nvSpPr>
          <p:cNvPr id="21" name="CustomShape 2"/>
          <p:cNvSpPr/>
          <p:nvPr/>
        </p:nvSpPr>
        <p:spPr>
          <a:xfrm flipV="1">
            <a:off x="0" y="6704640"/>
            <a:ext cx="9143640" cy="197640"/>
          </a:xfrm>
          <a:prstGeom prst="rect">
            <a:avLst/>
          </a:prstGeom>
          <a:solidFill>
            <a:srgbClr val="FF0000"/>
          </a:solidFill>
          <a:ln w="9360">
            <a:noFill/>
          </a:ln>
          <a:scene3d>
            <a:camera prst="orthographicFront"/>
            <a:lightRig rig="threePt" dir="t"/>
          </a:scene3d>
          <a:sp3d/>
        </p:spPr>
        <p:style>
          <a:lnRef idx="0">
            <a:scrgbClr r="0" g="0" b="0"/>
          </a:lnRef>
          <a:fillRef idx="0">
            <a:scrgbClr r="0" g="0" b="0"/>
          </a:fillRef>
          <a:effectRef idx="0">
            <a:scrgbClr r="0" g="0" b="0"/>
          </a:effectRef>
          <a:fontRef idx="minor"/>
        </p:style>
        <p:txBody>
          <a:bodyPr/>
          <a:lstStyle/>
          <a:p>
            <a:endParaRPr lang="en-US"/>
          </a:p>
        </p:txBody>
      </p:sp>
      <p:pic>
        <p:nvPicPr>
          <p:cNvPr id="2" name="Picture 10" descr="LOGO.gif"/>
          <p:cNvPicPr/>
          <p:nvPr/>
        </p:nvPicPr>
        <p:blipFill>
          <a:blip r:embed="rId14"/>
          <a:srcRect b="10718"/>
          <a:stretch/>
        </p:blipFill>
        <p:spPr>
          <a:xfrm>
            <a:off x="6553080" y="228600"/>
            <a:ext cx="2057040" cy="634680"/>
          </a:xfrm>
          <a:prstGeom prst="rect">
            <a:avLst/>
          </a:prstGeom>
          <a:ln w="9360">
            <a:noFill/>
          </a:ln>
        </p:spPr>
      </p:pic>
      <p:pic>
        <p:nvPicPr>
          <p:cNvPr id="3" name="Picture 10" descr="LOGO.gif"/>
          <p:cNvPicPr/>
          <p:nvPr/>
        </p:nvPicPr>
        <p:blipFill>
          <a:blip r:embed="rId14"/>
          <a:srcRect b="10718"/>
          <a:stretch/>
        </p:blipFill>
        <p:spPr>
          <a:xfrm>
            <a:off x="6553080" y="228600"/>
            <a:ext cx="2057040" cy="634680"/>
          </a:xfrm>
          <a:prstGeom prst="rect">
            <a:avLst/>
          </a:prstGeom>
          <a:ln w="9360">
            <a:noFill/>
          </a:ln>
        </p:spPr>
      </p:pic>
      <p:grpSp>
        <p:nvGrpSpPr>
          <p:cNvPr id="4" name="Group 3"/>
          <p:cNvGrpSpPr/>
          <p:nvPr/>
        </p:nvGrpSpPr>
        <p:grpSpPr>
          <a:xfrm>
            <a:off x="6146640" y="0"/>
            <a:ext cx="2997000" cy="875880"/>
            <a:chOff x="6146640" y="0"/>
            <a:chExt cx="2997000" cy="875880"/>
          </a:xfrm>
        </p:grpSpPr>
        <p:sp>
          <p:nvSpPr>
            <p:cNvPr id="5" name="CustomShape 4"/>
            <p:cNvSpPr/>
            <p:nvPr/>
          </p:nvSpPr>
          <p:spPr>
            <a:xfrm>
              <a:off x="6146640" y="0"/>
              <a:ext cx="2997000" cy="837720"/>
            </a:xfrm>
            <a:prstGeom prst="rect">
              <a:avLst/>
            </a:prstGeom>
            <a:solidFill>
              <a:srgbClr val="FF3300"/>
            </a:solidFill>
            <a:ln w="9360">
              <a:noFill/>
            </a:ln>
          </p:spPr>
          <p:style>
            <a:lnRef idx="0">
              <a:scrgbClr r="0" g="0" b="0"/>
            </a:lnRef>
            <a:fillRef idx="0">
              <a:scrgbClr r="0" g="0" b="0"/>
            </a:fillRef>
            <a:effectRef idx="0">
              <a:scrgbClr r="0" g="0" b="0"/>
            </a:effectRef>
            <a:fontRef idx="minor"/>
          </p:style>
          <p:txBody>
            <a:bodyPr/>
            <a:lstStyle/>
            <a:p>
              <a:endParaRPr lang="en-US"/>
            </a:p>
          </p:txBody>
        </p:sp>
        <p:pic>
          <p:nvPicPr>
            <p:cNvPr id="6" name="Picture 9" descr="LOGO.gif"/>
            <p:cNvPicPr/>
            <p:nvPr/>
          </p:nvPicPr>
          <p:blipFill>
            <a:blip r:embed="rId14"/>
            <a:srcRect b="10718"/>
            <a:stretch/>
          </p:blipFill>
          <p:spPr>
            <a:xfrm>
              <a:off x="6553080" y="228600"/>
              <a:ext cx="2057040" cy="634680"/>
            </a:xfrm>
            <a:prstGeom prst="rect">
              <a:avLst/>
            </a:prstGeom>
            <a:ln w="9360">
              <a:noFill/>
            </a:ln>
          </p:spPr>
        </p:pic>
        <p:sp>
          <p:nvSpPr>
            <p:cNvPr id="7" name="CustomShape 5"/>
            <p:cNvSpPr/>
            <p:nvPr/>
          </p:nvSpPr>
          <p:spPr>
            <a:xfrm>
              <a:off x="6527880" y="190440"/>
              <a:ext cx="2076120" cy="68544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p:style>
          <p:txBody>
            <a:bodyPr/>
            <a:lstStyle/>
            <a:p>
              <a:endParaRPr lang="en-US"/>
            </a:p>
          </p:txBody>
        </p:sp>
      </p:grpSp>
      <p:pic>
        <p:nvPicPr>
          <p:cNvPr id="8" name="Picture 15" descr="logo.jpg"/>
          <p:cNvPicPr/>
          <p:nvPr/>
        </p:nvPicPr>
        <p:blipFill>
          <a:blip r:embed="rId15"/>
          <a:stretch/>
        </p:blipFill>
        <p:spPr>
          <a:xfrm>
            <a:off x="6553080" y="228600"/>
            <a:ext cx="1920600" cy="609120"/>
          </a:xfrm>
          <a:prstGeom prst="rect">
            <a:avLst/>
          </a:prstGeom>
          <a:ln w="9360">
            <a:noFill/>
          </a:ln>
        </p:spPr>
      </p:pic>
      <p:pic>
        <p:nvPicPr>
          <p:cNvPr id="9" name="Picture 10" descr="LOGO.gif"/>
          <p:cNvPicPr/>
          <p:nvPr/>
        </p:nvPicPr>
        <p:blipFill>
          <a:blip r:embed="rId14"/>
          <a:srcRect b="10718"/>
          <a:stretch/>
        </p:blipFill>
        <p:spPr>
          <a:xfrm>
            <a:off x="6553080" y="228600"/>
            <a:ext cx="2057040" cy="634680"/>
          </a:xfrm>
          <a:prstGeom prst="rect">
            <a:avLst/>
          </a:prstGeom>
          <a:ln w="9360">
            <a:noFill/>
          </a:ln>
        </p:spPr>
      </p:pic>
      <p:grpSp>
        <p:nvGrpSpPr>
          <p:cNvPr id="10" name="Group 6"/>
          <p:cNvGrpSpPr/>
          <p:nvPr/>
        </p:nvGrpSpPr>
        <p:grpSpPr>
          <a:xfrm>
            <a:off x="6146640" y="0"/>
            <a:ext cx="2997000" cy="875880"/>
            <a:chOff x="6146640" y="0"/>
            <a:chExt cx="2997000" cy="875880"/>
          </a:xfrm>
        </p:grpSpPr>
        <p:sp>
          <p:nvSpPr>
            <p:cNvPr id="11" name="CustomShape 7"/>
            <p:cNvSpPr/>
            <p:nvPr/>
          </p:nvSpPr>
          <p:spPr>
            <a:xfrm>
              <a:off x="6146640" y="0"/>
              <a:ext cx="2997000" cy="837720"/>
            </a:xfrm>
            <a:prstGeom prst="rect">
              <a:avLst/>
            </a:prstGeom>
            <a:solidFill>
              <a:srgbClr val="FF3300"/>
            </a:solidFill>
            <a:ln w="9360">
              <a:noFill/>
            </a:ln>
          </p:spPr>
          <p:style>
            <a:lnRef idx="0">
              <a:scrgbClr r="0" g="0" b="0"/>
            </a:lnRef>
            <a:fillRef idx="0">
              <a:scrgbClr r="0" g="0" b="0"/>
            </a:fillRef>
            <a:effectRef idx="0">
              <a:scrgbClr r="0" g="0" b="0"/>
            </a:effectRef>
            <a:fontRef idx="minor"/>
          </p:style>
          <p:txBody>
            <a:bodyPr/>
            <a:lstStyle/>
            <a:p>
              <a:endParaRPr lang="en-US"/>
            </a:p>
          </p:txBody>
        </p:sp>
        <p:pic>
          <p:nvPicPr>
            <p:cNvPr id="12" name="Picture 9" descr="LOGO.gif"/>
            <p:cNvPicPr/>
            <p:nvPr/>
          </p:nvPicPr>
          <p:blipFill>
            <a:blip r:embed="rId14"/>
            <a:srcRect b="10718"/>
            <a:stretch/>
          </p:blipFill>
          <p:spPr>
            <a:xfrm>
              <a:off x="6553080" y="228600"/>
              <a:ext cx="2057040" cy="634680"/>
            </a:xfrm>
            <a:prstGeom prst="rect">
              <a:avLst/>
            </a:prstGeom>
            <a:ln w="9360">
              <a:noFill/>
            </a:ln>
          </p:spPr>
        </p:pic>
        <p:sp>
          <p:nvSpPr>
            <p:cNvPr id="13" name="CustomShape 8"/>
            <p:cNvSpPr/>
            <p:nvPr/>
          </p:nvSpPr>
          <p:spPr>
            <a:xfrm>
              <a:off x="6527880" y="190440"/>
              <a:ext cx="2076120" cy="68544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p:style>
          <p:txBody>
            <a:bodyPr/>
            <a:lstStyle/>
            <a:p>
              <a:endParaRPr lang="en-US"/>
            </a:p>
          </p:txBody>
        </p:sp>
      </p:grpSp>
      <p:pic>
        <p:nvPicPr>
          <p:cNvPr id="14" name="Picture 15" descr="logo.jpg"/>
          <p:cNvPicPr/>
          <p:nvPr/>
        </p:nvPicPr>
        <p:blipFill>
          <a:blip r:embed="rId15"/>
          <a:stretch/>
        </p:blipFill>
        <p:spPr>
          <a:xfrm>
            <a:off x="6553080" y="228600"/>
            <a:ext cx="1920600" cy="609120"/>
          </a:xfrm>
          <a:prstGeom prst="rect">
            <a:avLst/>
          </a:prstGeom>
          <a:ln w="9360">
            <a:noFill/>
          </a:ln>
        </p:spPr>
      </p:pic>
      <p:sp>
        <p:nvSpPr>
          <p:cNvPr id="15" name="PlaceHolder 9"/>
          <p:cNvSpPr>
            <a:spLocks noGrp="1"/>
          </p:cNvSpPr>
          <p:nvPr>
            <p:ph type="title"/>
          </p:nvPr>
        </p:nvSpPr>
        <p:spPr>
          <a:xfrm>
            <a:off x="0" y="0"/>
            <a:ext cx="6476760" cy="837720"/>
          </a:xfrm>
          <a:prstGeom prst="rect">
            <a:avLst/>
          </a:prstGeom>
        </p:spPr>
        <p:txBody>
          <a:bodyPr anchor="ctr">
            <a:noAutofit/>
          </a:bodyPr>
          <a:lstStyle/>
          <a:p>
            <a:pPr algn="ctr">
              <a:lnSpc>
                <a:spcPct val="100000"/>
              </a:lnSpc>
            </a:pPr>
            <a:r>
              <a:rPr lang="en-US" sz="3000" b="0" strike="noStrike" spc="-1" dirty="0">
                <a:solidFill>
                  <a:srgbClr val="000000"/>
                </a:solidFill>
                <a:latin typeface="Calibri"/>
                <a:ea typeface="MS PGothic"/>
              </a:rPr>
              <a:t>Click to edit Master title style</a:t>
            </a:r>
            <a:endParaRPr lang="en-US" sz="3000" b="0" strike="noStrike" spc="-1" dirty="0">
              <a:solidFill>
                <a:srgbClr val="000000"/>
              </a:solidFill>
              <a:latin typeface="Arial"/>
            </a:endParaRPr>
          </a:p>
        </p:txBody>
      </p:sp>
      <p:sp>
        <p:nvSpPr>
          <p:cNvPr id="16" name="PlaceHolder 10"/>
          <p:cNvSpPr>
            <a:spLocks noGrp="1"/>
          </p:cNvSpPr>
          <p:nvPr>
            <p:ph type="body"/>
          </p:nvPr>
        </p:nvSpPr>
        <p:spPr>
          <a:xfrm>
            <a:off x="457200" y="1371600"/>
            <a:ext cx="8229240" cy="4525560"/>
          </a:xfrm>
          <a:prstGeom prst="rect">
            <a:avLst/>
          </a:prstGeom>
        </p:spPr>
        <p:txBody>
          <a:bodyPr>
            <a:noAutofit/>
          </a:bodyPr>
          <a:lstStyle/>
          <a:p>
            <a:pPr marL="343080" indent="-342720">
              <a:lnSpc>
                <a:spcPct val="100000"/>
              </a:lnSpc>
              <a:spcBef>
                <a:spcPts val="641"/>
              </a:spcBef>
              <a:buClr>
                <a:srgbClr val="000000"/>
              </a:buClr>
              <a:buFont typeface="Arial"/>
              <a:buChar char="•"/>
            </a:pPr>
            <a:r>
              <a:rPr lang="en-US" sz="3200" b="0" strike="noStrike" spc="-1" dirty="0">
                <a:solidFill>
                  <a:srgbClr val="000000"/>
                </a:solidFill>
                <a:latin typeface="Calibri"/>
                <a:ea typeface="MS PGothic"/>
              </a:rPr>
              <a:t>Click to edit Master text styles</a:t>
            </a:r>
            <a:endParaRPr lang="en-US" sz="3200" b="0" strike="noStrike" spc="-1" dirty="0">
              <a:solidFill>
                <a:srgbClr val="000000"/>
              </a:solidFill>
              <a:latin typeface="Calibri"/>
            </a:endParaRPr>
          </a:p>
          <a:p>
            <a:pPr marL="743040" lvl="1" indent="-285480">
              <a:lnSpc>
                <a:spcPct val="100000"/>
              </a:lnSpc>
              <a:spcBef>
                <a:spcPts val="561"/>
              </a:spcBef>
              <a:buClr>
                <a:srgbClr val="000000"/>
              </a:buClr>
              <a:buFont typeface="Arial"/>
              <a:buChar char="–"/>
            </a:pPr>
            <a:r>
              <a:rPr lang="en-US" sz="2800" b="0" strike="noStrike" spc="-1" dirty="0">
                <a:solidFill>
                  <a:srgbClr val="000000"/>
                </a:solidFill>
                <a:latin typeface="Calibri"/>
                <a:ea typeface="MS PGothic"/>
              </a:rPr>
              <a:t>Second level</a:t>
            </a:r>
            <a:endParaRPr lang="en-US" sz="2800" b="0" strike="noStrike" spc="-1" dirty="0">
              <a:solidFill>
                <a:srgbClr val="000000"/>
              </a:solidFill>
              <a:latin typeface="Calibri"/>
            </a:endParaRPr>
          </a:p>
          <a:p>
            <a:pPr marL="1143000" lvl="2" indent="-228240">
              <a:lnSpc>
                <a:spcPct val="100000"/>
              </a:lnSpc>
              <a:spcBef>
                <a:spcPts val="479"/>
              </a:spcBef>
              <a:buClr>
                <a:srgbClr val="000000"/>
              </a:buClr>
              <a:buFont typeface="Arial"/>
              <a:buChar char="•"/>
            </a:pPr>
            <a:r>
              <a:rPr lang="en-US" sz="2400" b="0" strike="noStrike" spc="-1" dirty="0">
                <a:solidFill>
                  <a:srgbClr val="000000"/>
                </a:solidFill>
                <a:latin typeface="Calibri"/>
                <a:ea typeface="MS PGothic"/>
              </a:rPr>
              <a:t>Third level</a:t>
            </a:r>
            <a:endParaRPr lang="en-US" sz="2400" b="0" strike="noStrike" spc="-1" dirty="0">
              <a:solidFill>
                <a:srgbClr val="000000"/>
              </a:solidFill>
              <a:latin typeface="Calibri"/>
            </a:endParaRPr>
          </a:p>
          <a:p>
            <a:pPr marL="1600200" lvl="3" indent="-228240">
              <a:lnSpc>
                <a:spcPct val="100000"/>
              </a:lnSpc>
              <a:spcBef>
                <a:spcPts val="400"/>
              </a:spcBef>
              <a:buClr>
                <a:srgbClr val="000000"/>
              </a:buClr>
              <a:buFont typeface="Arial"/>
              <a:buChar char="–"/>
            </a:pPr>
            <a:r>
              <a:rPr lang="en-US" sz="2000" b="0" strike="noStrike" spc="-1" dirty="0">
                <a:solidFill>
                  <a:srgbClr val="000000"/>
                </a:solidFill>
                <a:latin typeface="Calibri"/>
                <a:ea typeface="MS PGothic"/>
              </a:rPr>
              <a:t>Fourth level</a:t>
            </a:r>
            <a:endParaRPr lang="en-US" sz="2000" b="0" strike="noStrike" spc="-1" dirty="0">
              <a:solidFill>
                <a:srgbClr val="000000"/>
              </a:solidFill>
              <a:latin typeface="Calibri"/>
            </a:endParaRPr>
          </a:p>
          <a:p>
            <a:pPr marL="2057400" lvl="4" indent="-228240">
              <a:lnSpc>
                <a:spcPct val="100000"/>
              </a:lnSpc>
              <a:spcBef>
                <a:spcPts val="400"/>
              </a:spcBef>
              <a:buClr>
                <a:srgbClr val="000000"/>
              </a:buClr>
              <a:buFont typeface="Arial"/>
              <a:buChar char="»"/>
            </a:pPr>
            <a:r>
              <a:rPr lang="en-US" sz="2000" b="0" strike="noStrike" spc="-1" dirty="0">
                <a:solidFill>
                  <a:srgbClr val="000000"/>
                </a:solidFill>
                <a:latin typeface="Calibri"/>
                <a:ea typeface="MS PGothic"/>
              </a:rPr>
              <a:t>Fifth level</a:t>
            </a:r>
            <a:endParaRPr lang="en-US" sz="2000" b="0" strike="noStrike" spc="-1" dirty="0">
              <a:solidFill>
                <a:srgbClr val="000000"/>
              </a:solidFill>
              <a:latin typeface="Calibri"/>
            </a:endParaRPr>
          </a:p>
        </p:txBody>
      </p:sp>
      <p:sp>
        <p:nvSpPr>
          <p:cNvPr id="17" name="PlaceHolder 11"/>
          <p:cNvSpPr>
            <a:spLocks noGrp="1"/>
          </p:cNvSpPr>
          <p:nvPr>
            <p:ph type="dt"/>
          </p:nvPr>
        </p:nvSpPr>
        <p:spPr>
          <a:xfrm>
            <a:off x="457200" y="6356520"/>
            <a:ext cx="2133360" cy="364680"/>
          </a:xfrm>
          <a:prstGeom prst="rect">
            <a:avLst/>
          </a:prstGeom>
        </p:spPr>
        <p:txBody>
          <a:bodyPr anchor="ctr">
            <a:noAutofit/>
          </a:bodyPr>
          <a:lstStyle/>
          <a:p>
            <a:pPr>
              <a:lnSpc>
                <a:spcPct val="100000"/>
              </a:lnSpc>
            </a:pPr>
            <a:endParaRPr lang="en-GB" sz="1200" b="0" strike="noStrike" spc="-1">
              <a:latin typeface="Times New Roman"/>
            </a:endParaRPr>
          </a:p>
        </p:txBody>
      </p:sp>
      <p:sp>
        <p:nvSpPr>
          <p:cNvPr id="18" name="PlaceHolder 12"/>
          <p:cNvSpPr>
            <a:spLocks noGrp="1"/>
          </p:cNvSpPr>
          <p:nvPr>
            <p:ph type="ftr"/>
          </p:nvPr>
        </p:nvSpPr>
        <p:spPr>
          <a:xfrm>
            <a:off x="3124080" y="6356520"/>
            <a:ext cx="2895120" cy="364680"/>
          </a:xfrm>
          <a:prstGeom prst="rect">
            <a:avLst/>
          </a:prstGeom>
        </p:spPr>
        <p:txBody>
          <a:bodyPr anchor="ctr">
            <a:noAutofit/>
          </a:bodyPr>
          <a:lstStyle/>
          <a:p>
            <a:r>
              <a:rPr lang="en-GB" sz="2400" b="0" strike="noStrike" spc="-1">
                <a:latin typeface="Times New Roman"/>
              </a:rPr>
              <a:t>Name</a:t>
            </a:r>
          </a:p>
        </p:txBody>
      </p:sp>
      <p:sp>
        <p:nvSpPr>
          <p:cNvPr id="19" name="PlaceHolder 13"/>
          <p:cNvSpPr>
            <a:spLocks noGrp="1"/>
          </p:cNvSpPr>
          <p:nvPr>
            <p:ph type="sldNum"/>
          </p:nvPr>
        </p:nvSpPr>
        <p:spPr>
          <a:xfrm>
            <a:off x="6553080" y="6356520"/>
            <a:ext cx="2133360" cy="364680"/>
          </a:xfrm>
          <a:prstGeom prst="rect">
            <a:avLst/>
          </a:prstGeom>
        </p:spPr>
        <p:txBody>
          <a:bodyPr anchor="ctr">
            <a:noAutofit/>
          </a:bodyPr>
          <a:lstStyle/>
          <a:p>
            <a:pPr algn="r">
              <a:lnSpc>
                <a:spcPct val="100000"/>
              </a:lnSpc>
            </a:pPr>
            <a:fld id="{1CFDC92E-FF5D-4613-8499-B15BC16E50D9}" type="slidenum">
              <a:rPr lang="en-US" sz="1200" b="0" strike="noStrike" spc="-1">
                <a:solidFill>
                  <a:srgbClr val="898989"/>
                </a:solidFill>
                <a:latin typeface="Calibri"/>
                <a:ea typeface="MS PGothic"/>
              </a:rPr>
              <a:pPr algn="r">
                <a:lnSpc>
                  <a:spcPct val="100000"/>
                </a:lnSpc>
              </a:pPr>
              <a:t>‹#›</a:t>
            </a:fld>
            <a:endParaRPr lang="en-GB" sz="1200" b="0" strike="noStrike" spc="-1">
              <a:latin typeface="Times New Roman"/>
            </a:endParaRPr>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Lst>
  <p:hf sldNum="0" hdr="0" dt="0"/>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Shape 1"/>
          <p:cNvSpPr txBox="1"/>
          <p:nvPr/>
        </p:nvSpPr>
        <p:spPr>
          <a:xfrm>
            <a:off x="152400" y="1134921"/>
            <a:ext cx="8839199" cy="5377289"/>
          </a:xfrm>
          <a:prstGeom prst="rect">
            <a:avLst/>
          </a:prstGeom>
          <a:noFill/>
          <a:ln w="9360">
            <a:noFill/>
          </a:ln>
        </p:spPr>
        <p:txBody>
          <a:bodyPr>
            <a:noAutofit/>
          </a:bodyPr>
          <a:lstStyle/>
          <a:p>
            <a:pPr algn="ctr">
              <a:lnSpc>
                <a:spcPct val="100000"/>
              </a:lnSpc>
              <a:spcBef>
                <a:spcPts val="400"/>
              </a:spcBef>
            </a:pPr>
            <a:r>
              <a:rPr lang="en-IN" sz="1600" b="1" dirty="0">
                <a:latin typeface="Times New Roman" panose="02020603050405020304" pitchFamily="18" charset="0"/>
                <a:ea typeface="Calibri" panose="020F0502020204030204" pitchFamily="34" charset="0"/>
                <a:cs typeface="Times New Roman" panose="02020603050405020304" pitchFamily="18" charset="0"/>
              </a:rPr>
              <a:t>Project Presentation of </a:t>
            </a:r>
            <a:r>
              <a:rPr lang="en-US" sz="1600" b="1" dirty="0">
                <a:latin typeface="Times New Roman" panose="02020603050405020304" pitchFamily="18" charset="0"/>
                <a:ea typeface="Calibri" panose="020F0502020204030204" pitchFamily="34" charset="0"/>
                <a:cs typeface="Times New Roman" panose="02020603050405020304" pitchFamily="18" charset="0"/>
              </a:rPr>
              <a:t>CO-OP Project at Industry (Module-2) </a:t>
            </a:r>
            <a:r>
              <a:rPr lang="en-IN" sz="1600" b="1" dirty="0">
                <a:latin typeface="Times New Roman" panose="02020603050405020304" pitchFamily="18" charset="0"/>
                <a:ea typeface="Calibri" panose="020F0502020204030204" pitchFamily="34" charset="0"/>
                <a:cs typeface="Times New Roman" panose="02020603050405020304" pitchFamily="18" charset="0"/>
              </a:rPr>
              <a:t>(22CS421)</a:t>
            </a:r>
          </a:p>
          <a:p>
            <a:pPr algn="ctr">
              <a:lnSpc>
                <a:spcPct val="100000"/>
              </a:lnSpc>
              <a:spcBef>
                <a:spcPts val="400"/>
              </a:spcBef>
            </a:pPr>
            <a:r>
              <a:rPr lang="en-US" sz="1600" spc="-1" dirty="0">
                <a:latin typeface="Times New Roman" panose="02020603050405020304" pitchFamily="18" charset="0"/>
                <a:ea typeface="Calibri" panose="020F0502020204030204" pitchFamily="34" charset="0"/>
                <a:cs typeface="Times New Roman" panose="02020603050405020304" pitchFamily="18" charset="0"/>
              </a:rPr>
              <a:t>On</a:t>
            </a:r>
          </a:p>
          <a:p>
            <a:pPr algn="ctr">
              <a:spcBef>
                <a:spcPts val="400"/>
              </a:spcBef>
            </a:pPr>
            <a:r>
              <a:rPr lang="en-US" sz="1600" b="1" dirty="0">
                <a:latin typeface="Times New Roman" panose="02020603050405020304" pitchFamily="18" charset="0"/>
                <a:cs typeface="Times New Roman" panose="02020603050405020304" pitchFamily="18" charset="0"/>
              </a:rPr>
              <a:t>Stress and Mental Health Detection Using AI from Bio-signals</a:t>
            </a:r>
          </a:p>
          <a:p>
            <a:pPr algn="ctr">
              <a:lnSpc>
                <a:spcPct val="100000"/>
              </a:lnSpc>
              <a:spcBef>
                <a:spcPts val="400"/>
              </a:spcBef>
            </a:pPr>
            <a:endParaRPr lang="en-US" sz="1600" i="1" spc="-1" dirty="0">
              <a:latin typeface="Times New Roman" panose="02020603050405020304" pitchFamily="18" charset="0"/>
              <a:ea typeface="Calibri" panose="020F0502020204030204" pitchFamily="34" charset="0"/>
              <a:cs typeface="Times New Roman" panose="02020603050405020304" pitchFamily="18" charset="0"/>
            </a:endParaRPr>
          </a:p>
          <a:p>
            <a:pPr algn="ctr">
              <a:lnSpc>
                <a:spcPct val="100000"/>
              </a:lnSpc>
              <a:spcBef>
                <a:spcPts val="400"/>
              </a:spcBef>
            </a:pPr>
            <a:br>
              <a:rPr lang="en-US" sz="1600" b="0" strike="noStrike" spc="-1" dirty="0">
                <a:solidFill>
                  <a:srgbClr val="000000"/>
                </a:solidFill>
                <a:latin typeface="Times New Roman" panose="02020603050405020304" pitchFamily="18" charset="0"/>
                <a:ea typeface="MS PGothic"/>
                <a:cs typeface="Times New Roman" panose="02020603050405020304" pitchFamily="18" charset="0"/>
              </a:rPr>
            </a:br>
            <a:r>
              <a:rPr lang="en-US" sz="1600" dirty="0">
                <a:latin typeface="Times New Roman" panose="02020603050405020304" pitchFamily="18" charset="0"/>
                <a:cs typeface="Times New Roman" panose="02020603050405020304" pitchFamily="18" charset="0"/>
              </a:rPr>
              <a:t>Akshi Tripathi  22109901233</a:t>
            </a:r>
          </a:p>
          <a:p>
            <a:pPr algn="ctr">
              <a:lnSpc>
                <a:spcPct val="100000"/>
              </a:lnSpc>
              <a:spcBef>
                <a:spcPts val="400"/>
              </a:spcBef>
            </a:pPr>
            <a:r>
              <a:rPr lang="en-US" sz="1600" dirty="0">
                <a:latin typeface="Times New Roman" panose="02020603050405020304" pitchFamily="18" charset="0"/>
                <a:cs typeface="Times New Roman" panose="02020603050405020304" pitchFamily="18" charset="0"/>
              </a:rPr>
              <a:t> Sana Kaur Bhalla 2210990780</a:t>
            </a:r>
            <a:br>
              <a:rPr lang="en-US" sz="1600" dirty="0">
                <a:latin typeface="Times New Roman" panose="02020603050405020304" pitchFamily="18" charset="0"/>
                <a:cs typeface="Times New Roman" panose="02020603050405020304" pitchFamily="18" charset="0"/>
              </a:rPr>
            </a:br>
            <a:endParaRPr lang="en-US" sz="1600" b="0" strike="noStrike" spc="-1" dirty="0">
              <a:solidFill>
                <a:srgbClr val="000000"/>
              </a:solidFill>
              <a:latin typeface="Times New Roman" panose="02020603050405020304" pitchFamily="18" charset="0"/>
              <a:ea typeface="MS PGothic"/>
              <a:cs typeface="Times New Roman" panose="02020603050405020304" pitchFamily="18" charset="0"/>
            </a:endParaRPr>
          </a:p>
          <a:p>
            <a:pPr algn="ctr">
              <a:lnSpc>
                <a:spcPct val="100000"/>
              </a:lnSpc>
              <a:spcBef>
                <a:spcPts val="400"/>
              </a:spcBef>
            </a:pPr>
            <a:r>
              <a:rPr lang="en-US" sz="1600" spc="-1" dirty="0">
                <a:solidFill>
                  <a:srgbClr val="000000"/>
                </a:solidFill>
                <a:latin typeface="Times New Roman" panose="02020603050405020304" pitchFamily="18" charset="0"/>
                <a:ea typeface="MS PGothic"/>
                <a:cs typeface="Times New Roman" panose="02020603050405020304" pitchFamily="18" charset="0"/>
              </a:rPr>
              <a:t>Supervised By</a:t>
            </a:r>
          </a:p>
          <a:p>
            <a:pPr algn="ctr">
              <a:lnSpc>
                <a:spcPct val="100000"/>
              </a:lnSpc>
              <a:spcBef>
                <a:spcPts val="400"/>
              </a:spcBef>
            </a:pPr>
            <a:r>
              <a:rPr lang="en-US" sz="1600" b="0" strike="noStrike" spc="-1" dirty="0">
                <a:solidFill>
                  <a:srgbClr val="000000"/>
                </a:solidFill>
                <a:latin typeface="Times New Roman" panose="02020603050405020304" pitchFamily="18" charset="0"/>
                <a:ea typeface="MS PGothic"/>
                <a:cs typeface="Times New Roman" panose="02020603050405020304" pitchFamily="18" charset="0"/>
              </a:rPr>
              <a:t>Dr Preeti Saini</a:t>
            </a:r>
          </a:p>
          <a:p>
            <a:pPr algn="ctr">
              <a:lnSpc>
                <a:spcPct val="100000"/>
              </a:lnSpc>
              <a:spcBef>
                <a:spcPts val="400"/>
              </a:spcBef>
            </a:pPr>
            <a:endParaRPr lang="en-US" sz="1600" spc="-1" dirty="0">
              <a:latin typeface="Times New Roman" panose="02020603050405020304" pitchFamily="18" charset="0"/>
              <a:ea typeface="MS PGothic"/>
              <a:cs typeface="Times New Roman" panose="02020603050405020304" pitchFamily="18" charset="0"/>
            </a:endParaRPr>
          </a:p>
          <a:p>
            <a:pPr algn="ctr">
              <a:lnSpc>
                <a:spcPct val="100000"/>
              </a:lnSpc>
              <a:spcBef>
                <a:spcPts val="400"/>
              </a:spcBef>
            </a:pPr>
            <a:endParaRPr lang="en-US" sz="1600" spc="-1" dirty="0">
              <a:latin typeface="Times New Roman" panose="02020603050405020304" pitchFamily="18" charset="0"/>
              <a:ea typeface="MS PGothic"/>
              <a:cs typeface="Times New Roman" panose="02020603050405020304" pitchFamily="18" charset="0"/>
            </a:endParaRPr>
          </a:p>
          <a:p>
            <a:pPr algn="ctr">
              <a:lnSpc>
                <a:spcPct val="100000"/>
              </a:lnSpc>
              <a:spcBef>
                <a:spcPts val="400"/>
              </a:spcBef>
            </a:pPr>
            <a:endParaRPr lang="en-US" sz="1600" spc="-1" dirty="0">
              <a:latin typeface="Times New Roman" panose="02020603050405020304" pitchFamily="18" charset="0"/>
              <a:ea typeface="MS PGothic"/>
              <a:cs typeface="Times New Roman" panose="02020603050405020304" pitchFamily="18" charset="0"/>
            </a:endParaRPr>
          </a:p>
          <a:p>
            <a:pPr algn="ctr">
              <a:lnSpc>
                <a:spcPct val="100000"/>
              </a:lnSpc>
              <a:spcBef>
                <a:spcPts val="400"/>
              </a:spcBef>
            </a:pPr>
            <a:r>
              <a:rPr lang="en-US" sz="1600" spc="-1" dirty="0">
                <a:latin typeface="Times New Roman" panose="02020603050405020304" pitchFamily="18" charset="0"/>
                <a:ea typeface="MS PGothic"/>
                <a:cs typeface="Times New Roman" panose="02020603050405020304" pitchFamily="18" charset="0"/>
              </a:rPr>
              <a:t>Department of </a:t>
            </a:r>
            <a:r>
              <a:rPr lang="en-US" sz="1600" b="0" strike="noStrike" spc="-1" dirty="0">
                <a:latin typeface="Times New Roman" panose="02020603050405020304" pitchFamily="18" charset="0"/>
                <a:ea typeface="MS PGothic"/>
                <a:cs typeface="Times New Roman" panose="02020603050405020304" pitchFamily="18" charset="0"/>
              </a:rPr>
              <a:t>Computer Science and Engineering, </a:t>
            </a:r>
          </a:p>
          <a:p>
            <a:pPr algn="ctr">
              <a:lnSpc>
                <a:spcPct val="100000"/>
              </a:lnSpc>
              <a:spcBef>
                <a:spcPts val="400"/>
              </a:spcBef>
            </a:pPr>
            <a:r>
              <a:rPr lang="en-US" sz="1600" b="0" strike="noStrike" spc="-1" dirty="0">
                <a:latin typeface="Times New Roman" panose="02020603050405020304" pitchFamily="18" charset="0"/>
                <a:ea typeface="MS PGothic"/>
                <a:cs typeface="Times New Roman" panose="02020603050405020304" pitchFamily="18" charset="0"/>
              </a:rPr>
              <a:t>Chitkara University, Punjab</a:t>
            </a:r>
          </a:p>
          <a:p>
            <a:pPr algn="ctr">
              <a:lnSpc>
                <a:spcPct val="150000"/>
              </a:lnSpc>
              <a:spcBef>
                <a:spcPts val="400"/>
              </a:spcBef>
            </a:pPr>
            <a:endParaRPr lang="en-US" sz="1600" b="0" strike="noStrike" spc="-1" dirty="0">
              <a:solidFill>
                <a:srgbClr val="000000"/>
              </a:solidFill>
              <a:latin typeface="Calibri"/>
            </a:endParaRPr>
          </a:p>
          <a:p>
            <a:pPr>
              <a:lnSpc>
                <a:spcPct val="100000"/>
              </a:lnSpc>
              <a:spcBef>
                <a:spcPts val="641"/>
              </a:spcBef>
            </a:pPr>
            <a:endParaRPr lang="en-US" sz="1600" b="0" strike="noStrike" spc="-1" dirty="0">
              <a:solidFill>
                <a:srgbClr val="000000"/>
              </a:solidFill>
              <a:latin typeface="Calibri"/>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8" name="TextShape 1"/>
          <p:cNvSpPr txBox="1"/>
          <p:nvPr/>
        </p:nvSpPr>
        <p:spPr>
          <a:xfrm>
            <a:off x="457200" y="0"/>
            <a:ext cx="6019560" cy="837720"/>
          </a:xfrm>
          <a:prstGeom prst="rect">
            <a:avLst/>
          </a:prstGeom>
          <a:noFill/>
          <a:ln w="9360">
            <a:noFill/>
          </a:ln>
        </p:spPr>
        <p:txBody>
          <a:bodyPr anchor="ctr">
            <a:noAutofit/>
          </a:bodyPr>
          <a:lstStyle/>
          <a:p>
            <a:pPr algn="ctr">
              <a:lnSpc>
                <a:spcPct val="100000"/>
              </a:lnSpc>
            </a:pPr>
            <a:r>
              <a:rPr lang="en" sz="3200" dirty="0">
                <a:latin typeface="Times New Roman" panose="02020603050405020304" pitchFamily="18" charset="0"/>
                <a:cs typeface="Times New Roman" panose="02020603050405020304" pitchFamily="18" charset="0"/>
              </a:rPr>
              <a:t>Introduction</a:t>
            </a:r>
            <a:endParaRPr lang="en-US" sz="3000" b="0" strike="noStrike" spc="-1" dirty="0">
              <a:solidFill>
                <a:srgbClr val="000000"/>
              </a:solidFill>
              <a:latin typeface="Times New Roman" panose="02020603050405020304" pitchFamily="18" charset="0"/>
              <a:cs typeface="Times New Roman" panose="02020603050405020304" pitchFamily="18" charset="0"/>
            </a:endParaRPr>
          </a:p>
        </p:txBody>
      </p:sp>
      <p:sp>
        <p:nvSpPr>
          <p:cNvPr id="110" name="TextShape 3"/>
          <p:cNvSpPr txBox="1"/>
          <p:nvPr/>
        </p:nvSpPr>
        <p:spPr>
          <a:xfrm>
            <a:off x="6553080" y="6356520"/>
            <a:ext cx="2133360" cy="364680"/>
          </a:xfrm>
          <a:prstGeom prst="rect">
            <a:avLst/>
          </a:prstGeom>
          <a:noFill/>
          <a:ln>
            <a:noFill/>
          </a:ln>
        </p:spPr>
        <p:txBody>
          <a:bodyPr anchor="ctr">
            <a:noAutofit/>
          </a:bodyPr>
          <a:lstStyle/>
          <a:p>
            <a:pPr algn="r">
              <a:lnSpc>
                <a:spcPct val="100000"/>
              </a:lnSpc>
            </a:pPr>
            <a:fld id="{4D4FEEEE-7AC5-48A9-86F4-13448BE87B58}" type="slidenum">
              <a:rPr lang="en-US" sz="1200" b="1" strike="noStrike" spc="-1">
                <a:solidFill>
                  <a:srgbClr val="000000"/>
                </a:solidFill>
                <a:latin typeface="Calibri"/>
                <a:ea typeface="MS PGothic"/>
              </a:rPr>
              <a:pPr algn="r">
                <a:lnSpc>
                  <a:spcPct val="100000"/>
                </a:lnSpc>
              </a:pPr>
              <a:t>2</a:t>
            </a:fld>
            <a:endParaRPr lang="en-GB" sz="1200" b="0" strike="noStrike" spc="-1">
              <a:latin typeface="Times New Roman"/>
            </a:endParaRPr>
          </a:p>
        </p:txBody>
      </p:sp>
      <p:sp>
        <p:nvSpPr>
          <p:cNvPr id="5" name="TextShape 2"/>
          <p:cNvSpPr txBox="1"/>
          <p:nvPr/>
        </p:nvSpPr>
        <p:spPr>
          <a:xfrm>
            <a:off x="675838" y="1204335"/>
            <a:ext cx="7792323" cy="4838571"/>
          </a:xfrm>
          <a:prstGeom prst="rect">
            <a:avLst/>
          </a:prstGeom>
          <a:noFill/>
          <a:ln w="9360">
            <a:noFill/>
          </a:ln>
        </p:spPr>
        <p:txBody>
          <a:bodyPr>
            <a:noAutofit/>
          </a:bodyPr>
          <a:lstStyle/>
          <a:p>
            <a:pPr>
              <a:lnSpc>
                <a:spcPct val="100000"/>
              </a:lnSpc>
              <a:spcBef>
                <a:spcPts val="400"/>
              </a:spcBef>
            </a:pPr>
            <a:endParaRPr lang="en-US" sz="1400" dirty="0">
              <a:latin typeface="Times New Roman" panose="02020603050405020304" pitchFamily="18" charset="0"/>
              <a:cs typeface="Times New Roman" panose="02020603050405020304" pitchFamily="18" charset="0"/>
            </a:endParaRPr>
          </a:p>
          <a:p>
            <a:pPr>
              <a:lnSpc>
                <a:spcPct val="100000"/>
              </a:lnSpc>
              <a:spcBef>
                <a:spcPts val="400"/>
              </a:spcBef>
            </a:pPr>
            <a:endParaRPr lang="en-US" sz="1400" dirty="0">
              <a:latin typeface="Times New Roman" panose="02020603050405020304" pitchFamily="18" charset="0"/>
              <a:cs typeface="Times New Roman" panose="02020603050405020304" pitchFamily="18" charset="0"/>
            </a:endParaRPr>
          </a:p>
          <a:p>
            <a:pPr>
              <a:lnSpc>
                <a:spcPct val="100000"/>
              </a:lnSpc>
              <a:spcBef>
                <a:spcPts val="400"/>
              </a:spcBef>
            </a:pPr>
            <a:endParaRPr lang="en-US" sz="1400" dirty="0">
              <a:latin typeface="Times New Roman" panose="02020603050405020304" pitchFamily="18" charset="0"/>
              <a:cs typeface="Times New Roman" panose="02020603050405020304" pitchFamily="18" charset="0"/>
            </a:endParaRPr>
          </a:p>
          <a:p>
            <a:pPr>
              <a:lnSpc>
                <a:spcPct val="100000"/>
              </a:lnSpc>
              <a:spcBef>
                <a:spcPts val="400"/>
              </a:spcBef>
            </a:pPr>
            <a:endParaRPr lang="en-US" sz="1400" dirty="0">
              <a:latin typeface="Times New Roman" panose="02020603050405020304" pitchFamily="18" charset="0"/>
              <a:cs typeface="Times New Roman" panose="02020603050405020304" pitchFamily="18" charset="0"/>
            </a:endParaRPr>
          </a:p>
          <a:p>
            <a:pPr>
              <a:lnSpc>
                <a:spcPct val="100000"/>
              </a:lnSpc>
              <a:spcBef>
                <a:spcPts val="400"/>
              </a:spcBef>
            </a:pPr>
            <a:r>
              <a:rPr lang="en-US" sz="1400" dirty="0">
                <a:latin typeface="Times New Roman" panose="02020603050405020304" pitchFamily="18" charset="0"/>
                <a:cs typeface="Times New Roman" panose="02020603050405020304" pitchFamily="18" charset="0"/>
              </a:rPr>
              <a:t>Stress is a natural physiological response to challenging situations and plays an important role in human health. While short-term stress can enhance focus and performance, prolonged stress can lead to serious mental and physical health issues such as anxiety, depression, and cardiovascular disorders. </a:t>
            </a:r>
          </a:p>
          <a:p>
            <a:pPr>
              <a:lnSpc>
                <a:spcPct val="100000"/>
              </a:lnSpc>
              <a:spcBef>
                <a:spcPts val="400"/>
              </a:spcBef>
            </a:pPr>
            <a:endParaRPr lang="en-US" sz="1400" dirty="0">
              <a:latin typeface="Times New Roman" panose="02020603050405020304" pitchFamily="18" charset="0"/>
              <a:cs typeface="Times New Roman" panose="02020603050405020304" pitchFamily="18" charset="0"/>
            </a:endParaRPr>
          </a:p>
          <a:p>
            <a:pPr>
              <a:lnSpc>
                <a:spcPct val="100000"/>
              </a:lnSpc>
              <a:spcBef>
                <a:spcPts val="400"/>
              </a:spcBef>
            </a:pPr>
            <a:r>
              <a:rPr lang="en-US" sz="1400" dirty="0">
                <a:latin typeface="Times New Roman" panose="02020603050405020304" pitchFamily="18" charset="0"/>
                <a:cs typeface="Times New Roman" panose="02020603050405020304" pitchFamily="18" charset="0"/>
              </a:rPr>
              <a:t>With increasing stress levels in modern life, early detection and monitoring have become essential. Traditional methods are often subjective, highlighting the need for objective and real-time approaches. Recent advancements in wearable technology and artificial intelligence enable continuous monitoring of physiological signals, offering new possibilities for accurate and timely stress detection.</a:t>
            </a:r>
            <a:endParaRPr lang="en-US" sz="1400" b="0" strike="noStrike" spc="-1" dirty="0">
              <a:solidFill>
                <a:srgbClr val="000000"/>
              </a:solidFill>
              <a:latin typeface="Times New Roman" panose="02020603050405020304" pitchFamily="18" charset="0"/>
              <a:cs typeface="Times New Roman" panose="02020603050405020304" pitchFamily="18" charset="0"/>
            </a:endParaRP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2D253B0-419D-B23A-083D-AEC82C10D006}"/>
            </a:ext>
          </a:extLst>
        </p:cNvPr>
        <p:cNvGrpSpPr/>
        <p:nvPr/>
      </p:nvGrpSpPr>
      <p:grpSpPr>
        <a:xfrm>
          <a:off x="0" y="0"/>
          <a:ext cx="0" cy="0"/>
          <a:chOff x="0" y="0"/>
          <a:chExt cx="0" cy="0"/>
        </a:xfrm>
      </p:grpSpPr>
      <p:sp>
        <p:nvSpPr>
          <p:cNvPr id="108" name="TextShape 1">
            <a:extLst>
              <a:ext uri="{FF2B5EF4-FFF2-40B4-BE49-F238E27FC236}">
                <a16:creationId xmlns:a16="http://schemas.microsoft.com/office/drawing/2014/main" id="{78A6865C-DFF4-D2D9-03D0-206312E1A73B}"/>
              </a:ext>
            </a:extLst>
          </p:cNvPr>
          <p:cNvSpPr txBox="1"/>
          <p:nvPr/>
        </p:nvSpPr>
        <p:spPr>
          <a:xfrm>
            <a:off x="457200" y="0"/>
            <a:ext cx="6019560" cy="837720"/>
          </a:xfrm>
          <a:prstGeom prst="rect">
            <a:avLst/>
          </a:prstGeom>
          <a:noFill/>
          <a:ln w="9360">
            <a:noFill/>
          </a:ln>
        </p:spPr>
        <p:txBody>
          <a:bodyPr anchor="ctr">
            <a:noAutofit/>
          </a:bodyPr>
          <a:lstStyle/>
          <a:p>
            <a:pPr algn="ctr"/>
            <a:r>
              <a:rPr lang="en-US" sz="3200" dirty="0">
                <a:latin typeface="Times New Roman" panose="02020603050405020304" pitchFamily="18" charset="0"/>
                <a:cs typeface="Times New Roman" panose="02020603050405020304" pitchFamily="18" charset="0"/>
              </a:rPr>
              <a:t>Problem</a:t>
            </a:r>
            <a:r>
              <a:rPr lang="en-US" sz="3200" b="1" dirty="0">
                <a:latin typeface="Times New Roman" panose="02020603050405020304" pitchFamily="18" charset="0"/>
                <a:cs typeface="Times New Roman" panose="02020603050405020304" pitchFamily="18" charset="0"/>
              </a:rPr>
              <a:t> </a:t>
            </a:r>
            <a:r>
              <a:rPr lang="en-US" sz="3200" dirty="0">
                <a:latin typeface="Times New Roman" panose="02020603050405020304" pitchFamily="18" charset="0"/>
                <a:cs typeface="Times New Roman" panose="02020603050405020304" pitchFamily="18" charset="0"/>
              </a:rPr>
              <a:t>Statement</a:t>
            </a:r>
          </a:p>
        </p:txBody>
      </p:sp>
      <p:sp>
        <p:nvSpPr>
          <p:cNvPr id="110" name="TextShape 3">
            <a:extLst>
              <a:ext uri="{FF2B5EF4-FFF2-40B4-BE49-F238E27FC236}">
                <a16:creationId xmlns:a16="http://schemas.microsoft.com/office/drawing/2014/main" id="{F1332954-3C10-840F-D32A-599811C43DEB}"/>
              </a:ext>
            </a:extLst>
          </p:cNvPr>
          <p:cNvSpPr txBox="1"/>
          <p:nvPr/>
        </p:nvSpPr>
        <p:spPr>
          <a:xfrm>
            <a:off x="6553080" y="6356520"/>
            <a:ext cx="2133360" cy="364680"/>
          </a:xfrm>
          <a:prstGeom prst="rect">
            <a:avLst/>
          </a:prstGeom>
          <a:noFill/>
          <a:ln>
            <a:noFill/>
          </a:ln>
        </p:spPr>
        <p:txBody>
          <a:bodyPr anchor="ctr">
            <a:noAutofit/>
          </a:bodyPr>
          <a:lstStyle/>
          <a:p>
            <a:pPr algn="r">
              <a:lnSpc>
                <a:spcPct val="100000"/>
              </a:lnSpc>
            </a:pPr>
            <a:fld id="{4D4FEEEE-7AC5-48A9-86F4-13448BE87B58}" type="slidenum">
              <a:rPr lang="en-US" sz="1200" b="1" strike="noStrike" spc="-1">
                <a:solidFill>
                  <a:srgbClr val="000000"/>
                </a:solidFill>
                <a:latin typeface="Calibri"/>
                <a:ea typeface="MS PGothic"/>
              </a:rPr>
              <a:pPr algn="r">
                <a:lnSpc>
                  <a:spcPct val="100000"/>
                </a:lnSpc>
              </a:pPr>
              <a:t>3</a:t>
            </a:fld>
            <a:endParaRPr lang="en-GB" sz="1200" b="0" strike="noStrike" spc="-1">
              <a:latin typeface="Times New Roman"/>
            </a:endParaRPr>
          </a:p>
        </p:txBody>
      </p:sp>
      <p:sp>
        <p:nvSpPr>
          <p:cNvPr id="5" name="TextShape 2">
            <a:extLst>
              <a:ext uri="{FF2B5EF4-FFF2-40B4-BE49-F238E27FC236}">
                <a16:creationId xmlns:a16="http://schemas.microsoft.com/office/drawing/2014/main" id="{7C68A1CE-68D0-459C-12B8-55A004BF715A}"/>
              </a:ext>
            </a:extLst>
          </p:cNvPr>
          <p:cNvSpPr txBox="1"/>
          <p:nvPr/>
        </p:nvSpPr>
        <p:spPr>
          <a:xfrm>
            <a:off x="562303" y="1989429"/>
            <a:ext cx="7625255" cy="3388685"/>
          </a:xfrm>
          <a:prstGeom prst="rect">
            <a:avLst/>
          </a:prstGeom>
          <a:noFill/>
          <a:ln w="9360">
            <a:noFill/>
          </a:ln>
        </p:spPr>
        <p:txBody>
          <a:bodyPr>
            <a:noAutofit/>
          </a:bodyPr>
          <a:lstStyle/>
          <a:p>
            <a:pPr>
              <a:lnSpc>
                <a:spcPct val="100000"/>
              </a:lnSpc>
              <a:spcBef>
                <a:spcPts val="400"/>
              </a:spcBef>
            </a:pPr>
            <a:r>
              <a:rPr lang="en-US" sz="1400" dirty="0">
                <a:latin typeface="Times New Roman" panose="02020603050405020304" pitchFamily="18" charset="0"/>
                <a:cs typeface="Times New Roman" panose="02020603050405020304" pitchFamily="18" charset="0"/>
              </a:rPr>
              <a:t>Traditional stress detection methods, such as self-reported surveys and clinical assessments, are inherently subjective and rely heavily on individual perception and recall. These approaches often fail to capture real-time physiological changes and may lead to inaccurate or inconsistent evaluations of stress levels. Additionally, they lack the ability to provide continuous monitoring, making it difficult to detect early signs of chronic stress. </a:t>
            </a:r>
          </a:p>
          <a:p>
            <a:pPr>
              <a:lnSpc>
                <a:spcPct val="100000"/>
              </a:lnSpc>
              <a:spcBef>
                <a:spcPts val="400"/>
              </a:spcBef>
            </a:pPr>
            <a:endParaRPr lang="en-US" sz="1400" dirty="0">
              <a:latin typeface="Times New Roman" panose="02020603050405020304" pitchFamily="18" charset="0"/>
              <a:cs typeface="Times New Roman" panose="02020603050405020304" pitchFamily="18" charset="0"/>
            </a:endParaRPr>
          </a:p>
          <a:p>
            <a:pPr>
              <a:lnSpc>
                <a:spcPct val="100000"/>
              </a:lnSpc>
              <a:spcBef>
                <a:spcPts val="400"/>
              </a:spcBef>
            </a:pPr>
            <a:r>
              <a:rPr lang="en-US" sz="1400" dirty="0">
                <a:latin typeface="Times New Roman" panose="02020603050405020304" pitchFamily="18" charset="0"/>
                <a:cs typeface="Times New Roman" panose="02020603050405020304" pitchFamily="18" charset="0"/>
              </a:rPr>
              <a:t>As a result, their effectiveness in timely and precise stress identification is limited, highlighting the need for more objective, data-driven, and real-time monitoring approaches for improved mental health assessment. </a:t>
            </a:r>
          </a:p>
          <a:p>
            <a:pPr>
              <a:lnSpc>
                <a:spcPct val="100000"/>
              </a:lnSpc>
              <a:spcBef>
                <a:spcPts val="400"/>
              </a:spcBef>
            </a:pPr>
            <a:endParaRPr lang="en-US" sz="1400" dirty="0">
              <a:latin typeface="Times New Roman" panose="02020603050405020304" pitchFamily="18" charset="0"/>
              <a:cs typeface="Times New Roman" panose="02020603050405020304" pitchFamily="18" charset="0"/>
            </a:endParaRPr>
          </a:p>
          <a:p>
            <a:pPr>
              <a:lnSpc>
                <a:spcPct val="100000"/>
              </a:lnSpc>
              <a:spcBef>
                <a:spcPts val="400"/>
              </a:spcBef>
            </a:pPr>
            <a:r>
              <a:rPr lang="en-US" sz="1400" dirty="0">
                <a:latin typeface="Times New Roman" panose="02020603050405020304" pitchFamily="18" charset="0"/>
                <a:cs typeface="Times New Roman" panose="02020603050405020304" pitchFamily="18" charset="0"/>
              </a:rPr>
              <a:t>Furthermore, these methods do not scale well for large populations and are often time-consuming and resource-intensive, limiting their practical application in everyday environments. This creates a strong demand for automated, reliable, and scalable stress detection systems.</a:t>
            </a:r>
            <a:endParaRPr lang="en-US" sz="1400" b="0" strike="noStrike" spc="-1" dirty="0">
              <a:solidFill>
                <a:srgbClr val="000000"/>
              </a:solidFill>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1582230458"/>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A07752D-E1DD-DD9C-8803-39E663D560E3}"/>
            </a:ext>
          </a:extLst>
        </p:cNvPr>
        <p:cNvGrpSpPr/>
        <p:nvPr/>
      </p:nvGrpSpPr>
      <p:grpSpPr>
        <a:xfrm>
          <a:off x="0" y="0"/>
          <a:ext cx="0" cy="0"/>
          <a:chOff x="0" y="0"/>
          <a:chExt cx="0" cy="0"/>
        </a:xfrm>
      </p:grpSpPr>
      <p:sp>
        <p:nvSpPr>
          <p:cNvPr id="108" name="TextShape 1">
            <a:extLst>
              <a:ext uri="{FF2B5EF4-FFF2-40B4-BE49-F238E27FC236}">
                <a16:creationId xmlns:a16="http://schemas.microsoft.com/office/drawing/2014/main" id="{E1D7AB1F-0BBA-38B7-807E-F1767EA54640}"/>
              </a:ext>
            </a:extLst>
          </p:cNvPr>
          <p:cNvSpPr txBox="1"/>
          <p:nvPr/>
        </p:nvSpPr>
        <p:spPr>
          <a:xfrm>
            <a:off x="457200" y="0"/>
            <a:ext cx="6019560" cy="837720"/>
          </a:xfrm>
          <a:prstGeom prst="rect">
            <a:avLst/>
          </a:prstGeom>
          <a:noFill/>
          <a:ln w="9360">
            <a:noFill/>
          </a:ln>
        </p:spPr>
        <p:txBody>
          <a:bodyPr anchor="ctr">
            <a:noAutofit/>
          </a:bodyPr>
          <a:lstStyle/>
          <a:p>
            <a:pPr algn="ctr"/>
            <a:r>
              <a:rPr lang="en-US" sz="3200" dirty="0" err="1">
                <a:latin typeface="Times New Roman" panose="02020603050405020304" pitchFamily="18" charset="0"/>
                <a:cs typeface="Times New Roman" panose="02020603050405020304" pitchFamily="18" charset="0"/>
              </a:rPr>
              <a:t>Biosignals</a:t>
            </a:r>
            <a:r>
              <a:rPr lang="en-US" sz="3200" dirty="0">
                <a:latin typeface="Times New Roman" panose="02020603050405020304" pitchFamily="18" charset="0"/>
                <a:cs typeface="Times New Roman" panose="02020603050405020304" pitchFamily="18" charset="0"/>
              </a:rPr>
              <a:t> for Stress Detection</a:t>
            </a:r>
          </a:p>
        </p:txBody>
      </p:sp>
      <p:sp>
        <p:nvSpPr>
          <p:cNvPr id="110" name="TextShape 3">
            <a:extLst>
              <a:ext uri="{FF2B5EF4-FFF2-40B4-BE49-F238E27FC236}">
                <a16:creationId xmlns:a16="http://schemas.microsoft.com/office/drawing/2014/main" id="{08F7CE97-25A9-F5B6-0CB8-62AD5CBD639E}"/>
              </a:ext>
            </a:extLst>
          </p:cNvPr>
          <p:cNvSpPr txBox="1"/>
          <p:nvPr/>
        </p:nvSpPr>
        <p:spPr>
          <a:xfrm>
            <a:off x="6553080" y="6356520"/>
            <a:ext cx="2133360" cy="364680"/>
          </a:xfrm>
          <a:prstGeom prst="rect">
            <a:avLst/>
          </a:prstGeom>
          <a:noFill/>
          <a:ln>
            <a:noFill/>
          </a:ln>
        </p:spPr>
        <p:txBody>
          <a:bodyPr anchor="ctr">
            <a:noAutofit/>
          </a:bodyPr>
          <a:lstStyle/>
          <a:p>
            <a:pPr algn="r">
              <a:lnSpc>
                <a:spcPct val="100000"/>
              </a:lnSpc>
            </a:pPr>
            <a:fld id="{4D4FEEEE-7AC5-48A9-86F4-13448BE87B58}" type="slidenum">
              <a:rPr lang="en-US" sz="1200" b="1" strike="noStrike" spc="-1">
                <a:solidFill>
                  <a:srgbClr val="000000"/>
                </a:solidFill>
                <a:latin typeface="Calibri"/>
                <a:ea typeface="MS PGothic"/>
              </a:rPr>
              <a:pPr algn="r">
                <a:lnSpc>
                  <a:spcPct val="100000"/>
                </a:lnSpc>
              </a:pPr>
              <a:t>4</a:t>
            </a:fld>
            <a:endParaRPr lang="en-GB" sz="1200" b="0" strike="noStrike" spc="-1">
              <a:latin typeface="Times New Roman"/>
            </a:endParaRPr>
          </a:p>
        </p:txBody>
      </p:sp>
      <p:sp>
        <p:nvSpPr>
          <p:cNvPr id="5" name="TextShape 2">
            <a:extLst>
              <a:ext uri="{FF2B5EF4-FFF2-40B4-BE49-F238E27FC236}">
                <a16:creationId xmlns:a16="http://schemas.microsoft.com/office/drawing/2014/main" id="{510DB553-F2C0-A20F-0B40-AA5E755198D3}"/>
              </a:ext>
            </a:extLst>
          </p:cNvPr>
          <p:cNvSpPr txBox="1"/>
          <p:nvPr/>
        </p:nvSpPr>
        <p:spPr>
          <a:xfrm>
            <a:off x="457200" y="1151783"/>
            <a:ext cx="8256494" cy="4838571"/>
          </a:xfrm>
          <a:prstGeom prst="rect">
            <a:avLst/>
          </a:prstGeom>
          <a:noFill/>
          <a:ln w="9360">
            <a:noFill/>
          </a:ln>
        </p:spPr>
        <p:txBody>
          <a:bodyPr>
            <a:noAutofit/>
          </a:bodyPr>
          <a:lstStyle/>
          <a:p>
            <a:endParaRPr lang="en-US" sz="1400" dirty="0">
              <a:latin typeface="Times New Roman" panose="02020603050405020304" pitchFamily="18" charset="0"/>
              <a:cs typeface="Times New Roman" panose="02020603050405020304" pitchFamily="18" charset="0"/>
            </a:endParaRPr>
          </a:p>
          <a:p>
            <a:endParaRPr lang="en-US" sz="1400" dirty="0">
              <a:latin typeface="Times New Roman" panose="02020603050405020304" pitchFamily="18" charset="0"/>
              <a:cs typeface="Times New Roman" panose="02020603050405020304" pitchFamily="18" charset="0"/>
            </a:endParaRPr>
          </a:p>
          <a:p>
            <a:r>
              <a:rPr lang="en-US" sz="1400" dirty="0" err="1">
                <a:latin typeface="Times New Roman" panose="02020603050405020304" pitchFamily="18" charset="0"/>
                <a:cs typeface="Times New Roman" panose="02020603050405020304" pitchFamily="18" charset="0"/>
              </a:rPr>
              <a:t>Biosignals</a:t>
            </a:r>
            <a:r>
              <a:rPr lang="en-US" sz="1400" dirty="0">
                <a:latin typeface="Times New Roman" panose="02020603050405020304" pitchFamily="18" charset="0"/>
                <a:cs typeface="Times New Roman" panose="02020603050405020304" pitchFamily="18" charset="0"/>
              </a:rPr>
              <a:t> are physiological signals generated by the human body that reflect internal conditions and responses to external stimuli. These signals are directly influenced by the autonomic nervous system, which regulates the body’s reaction to stress.</a:t>
            </a:r>
          </a:p>
          <a:p>
            <a:endParaRPr lang="en-US" sz="1400" dirty="0">
              <a:latin typeface="Times New Roman" panose="02020603050405020304" pitchFamily="18" charset="0"/>
              <a:cs typeface="Times New Roman" panose="02020603050405020304" pitchFamily="18" charset="0"/>
            </a:endParaRPr>
          </a:p>
          <a:p>
            <a:endParaRPr lang="en-US" sz="1400" dirty="0">
              <a:latin typeface="Times New Roman" panose="02020603050405020304" pitchFamily="18" charset="0"/>
              <a:cs typeface="Times New Roman" panose="02020603050405020304" pitchFamily="18" charset="0"/>
            </a:endParaRPr>
          </a:p>
          <a:p>
            <a:r>
              <a:rPr lang="en-US" sz="1400" dirty="0">
                <a:latin typeface="Times New Roman" panose="02020603050405020304" pitchFamily="18" charset="0"/>
                <a:cs typeface="Times New Roman" panose="02020603050405020304" pitchFamily="18" charset="0"/>
              </a:rPr>
              <a:t>Key </a:t>
            </a:r>
            <a:r>
              <a:rPr lang="en-US" sz="1400" dirty="0" err="1">
                <a:latin typeface="Times New Roman" panose="02020603050405020304" pitchFamily="18" charset="0"/>
                <a:cs typeface="Times New Roman" panose="02020603050405020304" pitchFamily="18" charset="0"/>
              </a:rPr>
              <a:t>biosignals</a:t>
            </a:r>
            <a:r>
              <a:rPr lang="en-US" sz="1400" dirty="0">
                <a:latin typeface="Times New Roman" panose="02020603050405020304" pitchFamily="18" charset="0"/>
                <a:cs typeface="Times New Roman" panose="02020603050405020304" pitchFamily="18" charset="0"/>
              </a:rPr>
              <a:t> used in stress detection include heart rate (ECG), where stress typically increases heart rate and reduces heart rate variability; electrodermal activity (EDA), which measures changes in skin conductance due to sweat gland activity; respiration rate, which becomes faster or irregular under stress; and electroencephalogram (EEG), which captures changes in brain activity related to emotional and cognitive states.</a:t>
            </a:r>
          </a:p>
          <a:p>
            <a:endParaRPr lang="en-US" sz="1400" dirty="0">
              <a:latin typeface="Times New Roman" panose="02020603050405020304" pitchFamily="18" charset="0"/>
              <a:cs typeface="Times New Roman" panose="02020603050405020304" pitchFamily="18" charset="0"/>
            </a:endParaRPr>
          </a:p>
          <a:p>
            <a:endParaRPr lang="en-US" sz="1400" dirty="0">
              <a:latin typeface="Times New Roman" panose="02020603050405020304" pitchFamily="18" charset="0"/>
              <a:cs typeface="Times New Roman" panose="02020603050405020304" pitchFamily="18" charset="0"/>
            </a:endParaRPr>
          </a:p>
          <a:p>
            <a:r>
              <a:rPr lang="en-US" sz="1400" dirty="0">
                <a:latin typeface="Times New Roman" panose="02020603050405020304" pitchFamily="18" charset="0"/>
                <a:cs typeface="Times New Roman" panose="02020603050405020304" pitchFamily="18" charset="0"/>
              </a:rPr>
              <a:t>By analyzing these signals, it is possible to obtain objective and continuous insights into an individual’s stress levels, making </a:t>
            </a:r>
            <a:r>
              <a:rPr lang="en-US" sz="1400" dirty="0" err="1">
                <a:latin typeface="Times New Roman" panose="02020603050405020304" pitchFamily="18" charset="0"/>
                <a:cs typeface="Times New Roman" panose="02020603050405020304" pitchFamily="18" charset="0"/>
              </a:rPr>
              <a:t>biosignals</a:t>
            </a:r>
            <a:r>
              <a:rPr lang="en-US" sz="1400" dirty="0">
                <a:latin typeface="Times New Roman" panose="02020603050405020304" pitchFamily="18" charset="0"/>
                <a:cs typeface="Times New Roman" panose="02020603050405020304" pitchFamily="18" charset="0"/>
              </a:rPr>
              <a:t> more reliable than traditional self-reported methods. Moreover, the integration of multiple </a:t>
            </a:r>
            <a:r>
              <a:rPr lang="en-US" sz="1400" dirty="0" err="1">
                <a:latin typeface="Times New Roman" panose="02020603050405020304" pitchFamily="18" charset="0"/>
                <a:cs typeface="Times New Roman" panose="02020603050405020304" pitchFamily="18" charset="0"/>
              </a:rPr>
              <a:t>biosignals</a:t>
            </a:r>
            <a:r>
              <a:rPr lang="en-US" sz="1400" dirty="0">
                <a:latin typeface="Times New Roman" panose="02020603050405020304" pitchFamily="18" charset="0"/>
                <a:cs typeface="Times New Roman" panose="02020603050405020304" pitchFamily="18" charset="0"/>
              </a:rPr>
              <a:t> provides a more comprehensive understanding of the body’s response to stress. This multimodal approach significantly enhances the accuracy and reliability of stress detection systems, enabling the development of advanced AI-based solutions for real-time mental health monitoring.</a:t>
            </a:r>
          </a:p>
        </p:txBody>
      </p:sp>
    </p:spTree>
    <p:extLst>
      <p:ext uri="{BB962C8B-B14F-4D97-AF65-F5344CB8AC3E}">
        <p14:creationId xmlns:p14="http://schemas.microsoft.com/office/powerpoint/2010/main" val="1674115124"/>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CD7A53B-9004-470F-37E0-518556A6459C}"/>
            </a:ext>
          </a:extLst>
        </p:cNvPr>
        <p:cNvGrpSpPr/>
        <p:nvPr/>
      </p:nvGrpSpPr>
      <p:grpSpPr>
        <a:xfrm>
          <a:off x="0" y="0"/>
          <a:ext cx="0" cy="0"/>
          <a:chOff x="0" y="0"/>
          <a:chExt cx="0" cy="0"/>
        </a:xfrm>
      </p:grpSpPr>
      <p:sp>
        <p:nvSpPr>
          <p:cNvPr id="108" name="TextShape 1">
            <a:extLst>
              <a:ext uri="{FF2B5EF4-FFF2-40B4-BE49-F238E27FC236}">
                <a16:creationId xmlns:a16="http://schemas.microsoft.com/office/drawing/2014/main" id="{FD5DFB83-4102-654F-7C7C-C5103AF315A0}"/>
              </a:ext>
            </a:extLst>
          </p:cNvPr>
          <p:cNvSpPr txBox="1"/>
          <p:nvPr/>
        </p:nvSpPr>
        <p:spPr>
          <a:xfrm>
            <a:off x="457200" y="0"/>
            <a:ext cx="6019560" cy="837720"/>
          </a:xfrm>
          <a:prstGeom prst="rect">
            <a:avLst/>
          </a:prstGeom>
          <a:noFill/>
          <a:ln w="9360">
            <a:noFill/>
          </a:ln>
        </p:spPr>
        <p:txBody>
          <a:bodyPr anchor="ctr">
            <a:noAutofit/>
          </a:bodyPr>
          <a:lstStyle/>
          <a:p>
            <a:pPr algn="ctr"/>
            <a:r>
              <a:rPr lang="en-US" sz="3200" dirty="0">
                <a:latin typeface="Times New Roman" panose="02020603050405020304" pitchFamily="18" charset="0"/>
                <a:cs typeface="Times New Roman" panose="02020603050405020304" pitchFamily="18" charset="0"/>
              </a:rPr>
              <a:t>Artificial Intelligence Techniques</a:t>
            </a:r>
            <a:endParaRPr lang="en-US" sz="3200" b="1" dirty="0">
              <a:latin typeface="Times New Roman" panose="02020603050405020304" pitchFamily="18" charset="0"/>
              <a:cs typeface="Times New Roman" panose="02020603050405020304" pitchFamily="18" charset="0"/>
            </a:endParaRPr>
          </a:p>
        </p:txBody>
      </p:sp>
      <p:sp>
        <p:nvSpPr>
          <p:cNvPr id="110" name="TextShape 3">
            <a:extLst>
              <a:ext uri="{FF2B5EF4-FFF2-40B4-BE49-F238E27FC236}">
                <a16:creationId xmlns:a16="http://schemas.microsoft.com/office/drawing/2014/main" id="{86D2E580-3DEF-6616-0B2F-9EA3F3E3AE04}"/>
              </a:ext>
            </a:extLst>
          </p:cNvPr>
          <p:cNvSpPr txBox="1"/>
          <p:nvPr/>
        </p:nvSpPr>
        <p:spPr>
          <a:xfrm>
            <a:off x="6553080" y="6356520"/>
            <a:ext cx="2133360" cy="364680"/>
          </a:xfrm>
          <a:prstGeom prst="rect">
            <a:avLst/>
          </a:prstGeom>
          <a:noFill/>
          <a:ln>
            <a:noFill/>
          </a:ln>
        </p:spPr>
        <p:txBody>
          <a:bodyPr anchor="ctr">
            <a:noAutofit/>
          </a:bodyPr>
          <a:lstStyle/>
          <a:p>
            <a:pPr algn="r">
              <a:lnSpc>
                <a:spcPct val="100000"/>
              </a:lnSpc>
            </a:pPr>
            <a:fld id="{4D4FEEEE-7AC5-48A9-86F4-13448BE87B58}" type="slidenum">
              <a:rPr lang="en-US" sz="1200" b="1" strike="noStrike" spc="-1">
                <a:solidFill>
                  <a:srgbClr val="000000"/>
                </a:solidFill>
                <a:latin typeface="Calibri"/>
                <a:ea typeface="MS PGothic"/>
              </a:rPr>
              <a:pPr algn="r">
                <a:lnSpc>
                  <a:spcPct val="100000"/>
                </a:lnSpc>
              </a:pPr>
              <a:t>5</a:t>
            </a:fld>
            <a:endParaRPr lang="en-GB" sz="1200" b="0" strike="noStrike" spc="-1">
              <a:latin typeface="Times New Roman"/>
            </a:endParaRPr>
          </a:p>
        </p:txBody>
      </p:sp>
      <p:sp>
        <p:nvSpPr>
          <p:cNvPr id="5" name="TextShape 2">
            <a:extLst>
              <a:ext uri="{FF2B5EF4-FFF2-40B4-BE49-F238E27FC236}">
                <a16:creationId xmlns:a16="http://schemas.microsoft.com/office/drawing/2014/main" id="{79EFC397-D62F-F997-3A6D-FD0A46A25614}"/>
              </a:ext>
            </a:extLst>
          </p:cNvPr>
          <p:cNvSpPr txBox="1"/>
          <p:nvPr/>
        </p:nvSpPr>
        <p:spPr>
          <a:xfrm>
            <a:off x="611919" y="1204335"/>
            <a:ext cx="7920162" cy="4838571"/>
          </a:xfrm>
          <a:prstGeom prst="rect">
            <a:avLst/>
          </a:prstGeom>
          <a:noFill/>
          <a:ln w="9360">
            <a:noFill/>
          </a:ln>
        </p:spPr>
        <p:txBody>
          <a:bodyPr>
            <a:noAutofit/>
          </a:bodyPr>
          <a:lstStyle/>
          <a:p>
            <a:pPr>
              <a:lnSpc>
                <a:spcPct val="150000"/>
              </a:lnSpc>
              <a:spcBef>
                <a:spcPts val="400"/>
              </a:spcBef>
            </a:pPr>
            <a:endParaRPr lang="en-US" sz="1400" b="0" strike="noStrike" spc="-1" dirty="0">
              <a:solidFill>
                <a:srgbClr val="000000"/>
              </a:solidFill>
              <a:latin typeface="Times New Roman" panose="02020603050405020304" pitchFamily="18" charset="0"/>
              <a:cs typeface="Times New Roman" panose="02020603050405020304" pitchFamily="18" charset="0"/>
            </a:endParaRPr>
          </a:p>
          <a:p>
            <a:r>
              <a:rPr lang="en-US" sz="1400" dirty="0">
                <a:latin typeface="Times New Roman" panose="02020603050405020304" pitchFamily="18" charset="0"/>
                <a:cs typeface="Times New Roman" panose="02020603050405020304" pitchFamily="18" charset="0"/>
              </a:rPr>
              <a:t>Artificial Intelligence plays a vital role in processing and analyzing large volumes of  </a:t>
            </a:r>
            <a:r>
              <a:rPr lang="en-US" sz="1400" dirty="0" err="1">
                <a:latin typeface="Times New Roman" panose="02020603050405020304" pitchFamily="18" charset="0"/>
                <a:cs typeface="Times New Roman" panose="02020603050405020304" pitchFamily="18" charset="0"/>
              </a:rPr>
              <a:t>biosignal</a:t>
            </a:r>
            <a:r>
              <a:rPr lang="en-US" sz="1400" dirty="0">
                <a:latin typeface="Times New Roman" panose="02020603050405020304" pitchFamily="18" charset="0"/>
                <a:cs typeface="Times New Roman" panose="02020603050405020304" pitchFamily="18" charset="0"/>
              </a:rPr>
              <a:t> data. Since </a:t>
            </a:r>
            <a:r>
              <a:rPr lang="en-US" sz="1400" dirty="0" err="1">
                <a:latin typeface="Times New Roman" panose="02020603050405020304" pitchFamily="18" charset="0"/>
                <a:cs typeface="Times New Roman" panose="02020603050405020304" pitchFamily="18" charset="0"/>
              </a:rPr>
              <a:t>biosignals</a:t>
            </a:r>
            <a:r>
              <a:rPr lang="en-US" sz="1400" dirty="0">
                <a:latin typeface="Times New Roman" panose="02020603050405020304" pitchFamily="18" charset="0"/>
                <a:cs typeface="Times New Roman" panose="02020603050405020304" pitchFamily="18" charset="0"/>
              </a:rPr>
              <a:t> are complex, time-series data, manual analysis is difficult and inefficient. AI techniques help in extracting meaningful patterns and identifying stress-related changes automatically.</a:t>
            </a:r>
          </a:p>
          <a:p>
            <a:endParaRPr lang="en-US" sz="1400" dirty="0">
              <a:latin typeface="Times New Roman" panose="02020603050405020304" pitchFamily="18" charset="0"/>
              <a:cs typeface="Times New Roman" panose="02020603050405020304" pitchFamily="18" charset="0"/>
            </a:endParaRPr>
          </a:p>
          <a:p>
            <a:endParaRPr lang="en-US" sz="1400" dirty="0">
              <a:latin typeface="Times New Roman" panose="02020603050405020304" pitchFamily="18" charset="0"/>
              <a:cs typeface="Times New Roman" panose="02020603050405020304" pitchFamily="18" charset="0"/>
            </a:endParaRPr>
          </a:p>
          <a:p>
            <a:r>
              <a:rPr lang="en-US" sz="1400" dirty="0">
                <a:latin typeface="Times New Roman" panose="02020603050405020304" pitchFamily="18" charset="0"/>
                <a:cs typeface="Times New Roman" panose="02020603050405020304" pitchFamily="18" charset="0"/>
              </a:rPr>
              <a:t>Common machine learning algorithms used include Support Vector Machines (SVM), which perform well with high-dimensional data; Random Forest, known for its robustness and accuracy; k-Nearest Neighbors (</a:t>
            </a:r>
            <a:r>
              <a:rPr lang="en-US" sz="1400" dirty="0" err="1">
                <a:latin typeface="Times New Roman" panose="02020603050405020304" pitchFamily="18" charset="0"/>
                <a:cs typeface="Times New Roman" panose="02020603050405020304" pitchFamily="18" charset="0"/>
              </a:rPr>
              <a:t>kNN</a:t>
            </a:r>
            <a:r>
              <a:rPr lang="en-US" sz="1400" dirty="0">
                <a:latin typeface="Times New Roman" panose="02020603050405020304" pitchFamily="18" charset="0"/>
                <a:cs typeface="Times New Roman" panose="02020603050405020304" pitchFamily="18" charset="0"/>
              </a:rPr>
              <a:t>), which is simple and effective for classification; and Convolutional Neural Networks (CNN), which are capable of automatically learning important features from raw data.</a:t>
            </a:r>
          </a:p>
          <a:p>
            <a:endParaRPr lang="en-US" sz="1400" dirty="0">
              <a:latin typeface="Times New Roman" panose="02020603050405020304" pitchFamily="18" charset="0"/>
              <a:cs typeface="Times New Roman" panose="02020603050405020304" pitchFamily="18" charset="0"/>
            </a:endParaRPr>
          </a:p>
          <a:p>
            <a:endParaRPr lang="en-US" sz="1400" dirty="0">
              <a:latin typeface="Times New Roman" panose="02020603050405020304" pitchFamily="18" charset="0"/>
              <a:cs typeface="Times New Roman" panose="02020603050405020304" pitchFamily="18" charset="0"/>
            </a:endParaRPr>
          </a:p>
          <a:p>
            <a:r>
              <a:rPr lang="en-US" sz="1400" dirty="0">
                <a:latin typeface="Times New Roman" panose="02020603050405020304" pitchFamily="18" charset="0"/>
                <a:cs typeface="Times New Roman" panose="02020603050405020304" pitchFamily="18" charset="0"/>
              </a:rPr>
              <a:t>These techniques significantly improve the accuracy and efficiency of stress detection systems and enable real-time, automated monitoring of mental health conditions. Furthermore, AI models can adapt and improve over time by learning from new data, enhancing their predictive capabilities. The integration of AI with wearable devices also enables scalable and personalized stress monitoring solutions, making them highly suitable for real-world healthcare applications.</a:t>
            </a:r>
          </a:p>
          <a:p>
            <a:endParaRPr lang="en-US" sz="1400" spc="-1" dirty="0">
              <a:solidFill>
                <a:srgbClr val="000000"/>
              </a:solidFill>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1844015107"/>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7FC3CB9-E407-02AD-022A-CF9718A68163}"/>
            </a:ext>
          </a:extLst>
        </p:cNvPr>
        <p:cNvGrpSpPr/>
        <p:nvPr/>
      </p:nvGrpSpPr>
      <p:grpSpPr>
        <a:xfrm>
          <a:off x="0" y="0"/>
          <a:ext cx="0" cy="0"/>
          <a:chOff x="0" y="0"/>
          <a:chExt cx="0" cy="0"/>
        </a:xfrm>
      </p:grpSpPr>
      <p:sp>
        <p:nvSpPr>
          <p:cNvPr id="108" name="TextShape 1">
            <a:extLst>
              <a:ext uri="{FF2B5EF4-FFF2-40B4-BE49-F238E27FC236}">
                <a16:creationId xmlns:a16="http://schemas.microsoft.com/office/drawing/2014/main" id="{5D5CC4FB-AC16-465E-F49C-A44A8DDDCA88}"/>
              </a:ext>
            </a:extLst>
          </p:cNvPr>
          <p:cNvSpPr txBox="1"/>
          <p:nvPr/>
        </p:nvSpPr>
        <p:spPr>
          <a:xfrm>
            <a:off x="457200" y="0"/>
            <a:ext cx="6019560" cy="837720"/>
          </a:xfrm>
          <a:prstGeom prst="rect">
            <a:avLst/>
          </a:prstGeom>
          <a:noFill/>
          <a:ln w="9360">
            <a:noFill/>
          </a:ln>
        </p:spPr>
        <p:txBody>
          <a:bodyPr anchor="ctr">
            <a:noAutofit/>
          </a:bodyPr>
          <a:lstStyle/>
          <a:p>
            <a:pPr algn="ctr"/>
            <a:r>
              <a:rPr lang="en-US" sz="3200" dirty="0">
                <a:latin typeface="Times New Roman" panose="02020603050405020304" pitchFamily="18" charset="0"/>
                <a:cs typeface="Times New Roman" panose="02020603050405020304" pitchFamily="18" charset="0"/>
              </a:rPr>
              <a:t>Methodology and Datasets</a:t>
            </a:r>
            <a:endParaRPr lang="en-US" sz="3200" b="1" dirty="0">
              <a:latin typeface="Times New Roman" panose="02020603050405020304" pitchFamily="18" charset="0"/>
              <a:cs typeface="Times New Roman" panose="02020603050405020304" pitchFamily="18" charset="0"/>
            </a:endParaRPr>
          </a:p>
        </p:txBody>
      </p:sp>
      <p:sp>
        <p:nvSpPr>
          <p:cNvPr id="110" name="TextShape 3">
            <a:extLst>
              <a:ext uri="{FF2B5EF4-FFF2-40B4-BE49-F238E27FC236}">
                <a16:creationId xmlns:a16="http://schemas.microsoft.com/office/drawing/2014/main" id="{47CADEA3-C314-043A-29CF-7276988013C4}"/>
              </a:ext>
            </a:extLst>
          </p:cNvPr>
          <p:cNvSpPr txBox="1"/>
          <p:nvPr/>
        </p:nvSpPr>
        <p:spPr>
          <a:xfrm>
            <a:off x="6553080" y="6356520"/>
            <a:ext cx="2133360" cy="364680"/>
          </a:xfrm>
          <a:prstGeom prst="rect">
            <a:avLst/>
          </a:prstGeom>
          <a:noFill/>
          <a:ln>
            <a:noFill/>
          </a:ln>
        </p:spPr>
        <p:txBody>
          <a:bodyPr anchor="ctr">
            <a:noAutofit/>
          </a:bodyPr>
          <a:lstStyle/>
          <a:p>
            <a:pPr algn="r">
              <a:lnSpc>
                <a:spcPct val="100000"/>
              </a:lnSpc>
            </a:pPr>
            <a:fld id="{4D4FEEEE-7AC5-48A9-86F4-13448BE87B58}" type="slidenum">
              <a:rPr lang="en-US" sz="1200" b="1" strike="noStrike" spc="-1">
                <a:solidFill>
                  <a:srgbClr val="000000"/>
                </a:solidFill>
                <a:latin typeface="Calibri"/>
                <a:ea typeface="MS PGothic"/>
              </a:rPr>
              <a:pPr algn="r">
                <a:lnSpc>
                  <a:spcPct val="100000"/>
                </a:lnSpc>
              </a:pPr>
              <a:t>6</a:t>
            </a:fld>
            <a:endParaRPr lang="en-GB" sz="1200" b="0" strike="noStrike" spc="-1">
              <a:latin typeface="Times New Roman"/>
            </a:endParaRPr>
          </a:p>
        </p:txBody>
      </p:sp>
      <p:sp>
        <p:nvSpPr>
          <p:cNvPr id="5" name="TextShape 2">
            <a:extLst>
              <a:ext uri="{FF2B5EF4-FFF2-40B4-BE49-F238E27FC236}">
                <a16:creationId xmlns:a16="http://schemas.microsoft.com/office/drawing/2014/main" id="{C91CBB2D-C400-C57A-6545-562580D7906A}"/>
              </a:ext>
            </a:extLst>
          </p:cNvPr>
          <p:cNvSpPr txBox="1"/>
          <p:nvPr/>
        </p:nvSpPr>
        <p:spPr>
          <a:xfrm>
            <a:off x="543601" y="1256887"/>
            <a:ext cx="7825569" cy="4838571"/>
          </a:xfrm>
          <a:prstGeom prst="rect">
            <a:avLst/>
          </a:prstGeom>
          <a:noFill/>
          <a:ln w="9360">
            <a:noFill/>
          </a:ln>
        </p:spPr>
        <p:txBody>
          <a:bodyPr>
            <a:noAutofit/>
          </a:bodyPr>
          <a:lstStyle/>
          <a:p>
            <a:r>
              <a:rPr lang="en-US" sz="1400" dirty="0">
                <a:latin typeface="Times New Roman" panose="02020603050405020304" pitchFamily="18" charset="0"/>
                <a:cs typeface="Times New Roman" panose="02020603050405020304" pitchFamily="18" charset="0"/>
              </a:rPr>
              <a:t>This study adopts a review-based and exploratory research methodology that integrates comprehensive literature analysis with detailed dataset exploration. Initially, relevant research papers and existing studies were examined to understand current approaches, techniques, and advancements in stress detection using </a:t>
            </a:r>
            <a:r>
              <a:rPr lang="en-US" sz="1400" dirty="0" err="1">
                <a:latin typeface="Times New Roman" panose="02020603050405020304" pitchFamily="18" charset="0"/>
                <a:cs typeface="Times New Roman" panose="02020603050405020304" pitchFamily="18" charset="0"/>
              </a:rPr>
              <a:t>biosignals</a:t>
            </a:r>
            <a:r>
              <a:rPr lang="en-US" sz="1400" dirty="0">
                <a:latin typeface="Times New Roman" panose="02020603050405020304" pitchFamily="18" charset="0"/>
                <a:cs typeface="Times New Roman" panose="02020603050405020304" pitchFamily="18" charset="0"/>
              </a:rPr>
              <a:t> and artificial intelligence. This step helped identify commonly used physiological signals, machine learning models, and key challenges in the domain.</a:t>
            </a:r>
          </a:p>
          <a:p>
            <a:endParaRPr lang="en-US" sz="1400" dirty="0">
              <a:latin typeface="Times New Roman" panose="02020603050405020304" pitchFamily="18" charset="0"/>
              <a:cs typeface="Times New Roman" panose="02020603050405020304" pitchFamily="18" charset="0"/>
            </a:endParaRPr>
          </a:p>
          <a:p>
            <a:endParaRPr lang="en-US" sz="1400" dirty="0">
              <a:latin typeface="Times New Roman" panose="02020603050405020304" pitchFamily="18" charset="0"/>
              <a:cs typeface="Times New Roman" panose="02020603050405020304" pitchFamily="18" charset="0"/>
            </a:endParaRPr>
          </a:p>
          <a:p>
            <a:r>
              <a:rPr lang="en-US" sz="1400" dirty="0">
                <a:latin typeface="Times New Roman" panose="02020603050405020304" pitchFamily="18" charset="0"/>
                <a:cs typeface="Times New Roman" panose="02020603050405020304" pitchFamily="18" charset="0"/>
              </a:rPr>
              <a:t>In the next phase, multiple publicly available datasets—including the Mental Health Monitoring Dataset, Wearable Device Dataset During Stress and Exercise, and Psychological State Identification Dataset—were analyzed. These datasets consist of structured time-series physiological data such as heart rate, electrodermal activity (EDA), skin temperature, and motion signals collected under varying conditions like stress, physical activity, and neutral states. The availability of labeled data enables effective analysis and comparison of stress patterns across different scenarios.</a:t>
            </a:r>
          </a:p>
          <a:p>
            <a:endParaRPr lang="en-US" sz="1400" dirty="0">
              <a:latin typeface="Times New Roman" panose="02020603050405020304" pitchFamily="18" charset="0"/>
              <a:cs typeface="Times New Roman" panose="02020603050405020304" pitchFamily="18" charset="0"/>
            </a:endParaRPr>
          </a:p>
          <a:p>
            <a:endParaRPr lang="en-US" sz="1400" dirty="0">
              <a:latin typeface="Times New Roman" panose="02020603050405020304" pitchFamily="18" charset="0"/>
              <a:cs typeface="Times New Roman" panose="02020603050405020304" pitchFamily="18" charset="0"/>
            </a:endParaRPr>
          </a:p>
          <a:p>
            <a:r>
              <a:rPr lang="en-US" sz="1400" dirty="0">
                <a:latin typeface="Times New Roman" panose="02020603050405020304" pitchFamily="18" charset="0"/>
                <a:cs typeface="Times New Roman" panose="02020603050405020304" pitchFamily="18" charset="0"/>
              </a:rPr>
              <a:t>The overall approach involves examining variations in physiological signals, identifying consistent patterns associated with stress responses, and understanding how these signals evolve over time. Furthermore, the study compares the performance and applicability of various machine learning algorithms reported in existing research, such as SVM, Random Forest, </a:t>
            </a:r>
            <a:r>
              <a:rPr lang="en-US" sz="1400" dirty="0" err="1">
                <a:latin typeface="Times New Roman" panose="02020603050405020304" pitchFamily="18" charset="0"/>
                <a:cs typeface="Times New Roman" panose="02020603050405020304" pitchFamily="18" charset="0"/>
              </a:rPr>
              <a:t>kNN</a:t>
            </a:r>
            <a:r>
              <a:rPr lang="en-US" sz="1400" dirty="0">
                <a:latin typeface="Times New Roman" panose="02020603050405020304" pitchFamily="18" charset="0"/>
                <a:cs typeface="Times New Roman" panose="02020603050405020304" pitchFamily="18" charset="0"/>
              </a:rPr>
              <a:t>, and deep learning models.</a:t>
            </a:r>
          </a:p>
          <a:p>
            <a:r>
              <a:rPr lang="en-US" sz="1400" dirty="0">
                <a:latin typeface="Times New Roman" panose="02020603050405020304" pitchFamily="18" charset="0"/>
                <a:cs typeface="Times New Roman" panose="02020603050405020304" pitchFamily="18" charset="0"/>
              </a:rPr>
              <a:t>This methodology provides a comprehensive understanding of how </a:t>
            </a:r>
            <a:r>
              <a:rPr lang="en-US" sz="1400" dirty="0" err="1">
                <a:latin typeface="Times New Roman" panose="02020603050405020304" pitchFamily="18" charset="0"/>
                <a:cs typeface="Times New Roman" panose="02020603050405020304" pitchFamily="18" charset="0"/>
              </a:rPr>
              <a:t>biosignal</a:t>
            </a:r>
            <a:r>
              <a:rPr lang="en-US" sz="1400" dirty="0">
                <a:latin typeface="Times New Roman" panose="02020603050405020304" pitchFamily="18" charset="0"/>
                <a:cs typeface="Times New Roman" panose="02020603050405020304" pitchFamily="18" charset="0"/>
              </a:rPr>
              <a:t> data can be utilized for stress detection while highlighting the importance of multimodal data analysis, time-series modeling, and AI-driven approaches for accurate and real-time mental health monitoring.</a:t>
            </a:r>
          </a:p>
          <a:p>
            <a:endParaRPr lang="en-US" sz="1400"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1523236391"/>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4D6835D-15F9-CD90-E636-D9278BDE4178}"/>
            </a:ext>
          </a:extLst>
        </p:cNvPr>
        <p:cNvGrpSpPr/>
        <p:nvPr/>
      </p:nvGrpSpPr>
      <p:grpSpPr>
        <a:xfrm>
          <a:off x="0" y="0"/>
          <a:ext cx="0" cy="0"/>
          <a:chOff x="0" y="0"/>
          <a:chExt cx="0" cy="0"/>
        </a:xfrm>
      </p:grpSpPr>
      <p:sp>
        <p:nvSpPr>
          <p:cNvPr id="108" name="TextShape 1">
            <a:extLst>
              <a:ext uri="{FF2B5EF4-FFF2-40B4-BE49-F238E27FC236}">
                <a16:creationId xmlns:a16="http://schemas.microsoft.com/office/drawing/2014/main" id="{062CA4AB-73F6-92AD-311A-6606FB672093}"/>
              </a:ext>
            </a:extLst>
          </p:cNvPr>
          <p:cNvSpPr txBox="1"/>
          <p:nvPr/>
        </p:nvSpPr>
        <p:spPr>
          <a:xfrm>
            <a:off x="457200" y="0"/>
            <a:ext cx="6019560" cy="837720"/>
          </a:xfrm>
          <a:prstGeom prst="rect">
            <a:avLst/>
          </a:prstGeom>
          <a:noFill/>
          <a:ln w="9360">
            <a:noFill/>
          </a:ln>
        </p:spPr>
        <p:txBody>
          <a:bodyPr anchor="ctr">
            <a:noAutofit/>
          </a:bodyPr>
          <a:lstStyle/>
          <a:p>
            <a:pPr algn="ctr"/>
            <a:r>
              <a:rPr lang="en-US" sz="3200" dirty="0">
                <a:latin typeface="Times New Roman" panose="02020603050405020304" pitchFamily="18" charset="0"/>
                <a:cs typeface="Times New Roman" panose="02020603050405020304" pitchFamily="18" charset="0"/>
              </a:rPr>
              <a:t>Results and Discussion</a:t>
            </a:r>
            <a:endParaRPr lang="en-US" sz="3200" b="1" dirty="0">
              <a:latin typeface="Times New Roman" panose="02020603050405020304" pitchFamily="18" charset="0"/>
              <a:cs typeface="Times New Roman" panose="02020603050405020304" pitchFamily="18" charset="0"/>
            </a:endParaRPr>
          </a:p>
        </p:txBody>
      </p:sp>
      <p:sp>
        <p:nvSpPr>
          <p:cNvPr id="110" name="TextShape 3">
            <a:extLst>
              <a:ext uri="{FF2B5EF4-FFF2-40B4-BE49-F238E27FC236}">
                <a16:creationId xmlns:a16="http://schemas.microsoft.com/office/drawing/2014/main" id="{0EC16D36-F9D9-7860-0FB8-E50B2495103C}"/>
              </a:ext>
            </a:extLst>
          </p:cNvPr>
          <p:cNvSpPr txBox="1"/>
          <p:nvPr/>
        </p:nvSpPr>
        <p:spPr>
          <a:xfrm>
            <a:off x="6553080" y="6356520"/>
            <a:ext cx="2133360" cy="364680"/>
          </a:xfrm>
          <a:prstGeom prst="rect">
            <a:avLst/>
          </a:prstGeom>
          <a:noFill/>
          <a:ln>
            <a:noFill/>
          </a:ln>
        </p:spPr>
        <p:txBody>
          <a:bodyPr anchor="ctr">
            <a:noAutofit/>
          </a:bodyPr>
          <a:lstStyle/>
          <a:p>
            <a:pPr algn="r">
              <a:lnSpc>
                <a:spcPct val="100000"/>
              </a:lnSpc>
            </a:pPr>
            <a:fld id="{4D4FEEEE-7AC5-48A9-86F4-13448BE87B58}" type="slidenum">
              <a:rPr lang="en-US" sz="1200" b="1" strike="noStrike" spc="-1">
                <a:solidFill>
                  <a:srgbClr val="000000"/>
                </a:solidFill>
                <a:latin typeface="Calibri"/>
                <a:ea typeface="MS PGothic"/>
              </a:rPr>
              <a:pPr algn="r">
                <a:lnSpc>
                  <a:spcPct val="100000"/>
                </a:lnSpc>
              </a:pPr>
              <a:t>7</a:t>
            </a:fld>
            <a:endParaRPr lang="en-GB" sz="1200" b="0" strike="noStrike" spc="-1">
              <a:latin typeface="Times New Roman"/>
            </a:endParaRPr>
          </a:p>
        </p:txBody>
      </p:sp>
      <p:sp>
        <p:nvSpPr>
          <p:cNvPr id="5" name="TextShape 2">
            <a:extLst>
              <a:ext uri="{FF2B5EF4-FFF2-40B4-BE49-F238E27FC236}">
                <a16:creationId xmlns:a16="http://schemas.microsoft.com/office/drawing/2014/main" id="{71C855D4-8487-30D6-1B5D-C5844979BDB4}"/>
              </a:ext>
            </a:extLst>
          </p:cNvPr>
          <p:cNvSpPr txBox="1"/>
          <p:nvPr/>
        </p:nvSpPr>
        <p:spPr>
          <a:xfrm>
            <a:off x="457200" y="1130763"/>
            <a:ext cx="8098837" cy="5312079"/>
          </a:xfrm>
          <a:prstGeom prst="rect">
            <a:avLst/>
          </a:prstGeom>
          <a:noFill/>
          <a:ln w="9360">
            <a:noFill/>
          </a:ln>
        </p:spPr>
        <p:txBody>
          <a:bodyPr>
            <a:noAutofit/>
          </a:bodyPr>
          <a:lstStyle/>
          <a:p>
            <a:r>
              <a:rPr lang="en-US" sz="1400" dirty="0">
                <a:latin typeface="Times New Roman" panose="02020603050405020304" pitchFamily="18" charset="0"/>
                <a:cs typeface="Times New Roman" panose="02020603050405020304" pitchFamily="18" charset="0"/>
              </a:rPr>
              <a:t>The analysis indicates that stress leads to significant and measurable changes in physiological signals, including increased heart rate, elevated electrodermal activity, and irregular respiration patterns. These variations reflect the activation of the autonomic nervous system and serve as reliable indicators of stress responses in individuals.</a:t>
            </a:r>
          </a:p>
          <a:p>
            <a:endParaRPr lang="en-US" sz="1400" dirty="0">
              <a:latin typeface="Times New Roman" panose="02020603050405020304" pitchFamily="18" charset="0"/>
              <a:cs typeface="Times New Roman" panose="02020603050405020304" pitchFamily="18" charset="0"/>
            </a:endParaRPr>
          </a:p>
          <a:p>
            <a:endParaRPr lang="en-US" sz="1400" dirty="0">
              <a:latin typeface="Times New Roman" panose="02020603050405020304" pitchFamily="18" charset="0"/>
              <a:cs typeface="Times New Roman" panose="02020603050405020304" pitchFamily="18" charset="0"/>
            </a:endParaRPr>
          </a:p>
          <a:p>
            <a:r>
              <a:rPr lang="en-US" sz="1400" dirty="0">
                <a:latin typeface="Times New Roman" panose="02020603050405020304" pitchFamily="18" charset="0"/>
                <a:cs typeface="Times New Roman" panose="02020603050405020304" pitchFamily="18" charset="0"/>
              </a:rPr>
              <a:t>It was further observed that combining multiple </a:t>
            </a:r>
            <a:r>
              <a:rPr lang="en-US" sz="1400" dirty="0" err="1">
                <a:latin typeface="Times New Roman" panose="02020603050405020304" pitchFamily="18" charset="0"/>
                <a:cs typeface="Times New Roman" panose="02020603050405020304" pitchFamily="18" charset="0"/>
              </a:rPr>
              <a:t>biosignals</a:t>
            </a:r>
            <a:r>
              <a:rPr lang="en-US" sz="1400" dirty="0">
                <a:latin typeface="Times New Roman" panose="02020603050405020304" pitchFamily="18" charset="0"/>
                <a:cs typeface="Times New Roman" panose="02020603050405020304" pitchFamily="18" charset="0"/>
              </a:rPr>
              <a:t> provides a more comprehensive understanding of physiological behavior, thereby improving the accuracy and reliability of stress detection systems. Multimodal analysis enables the capture of complex interactions between different physiological systems, which cannot be effectively identified using a single signal approach.</a:t>
            </a:r>
          </a:p>
          <a:p>
            <a:endParaRPr lang="en-US" sz="1400" dirty="0">
              <a:latin typeface="Times New Roman" panose="02020603050405020304" pitchFamily="18" charset="0"/>
              <a:cs typeface="Times New Roman" panose="02020603050405020304" pitchFamily="18" charset="0"/>
            </a:endParaRPr>
          </a:p>
          <a:p>
            <a:endParaRPr lang="en-US" sz="1400" dirty="0">
              <a:latin typeface="Times New Roman" panose="02020603050405020304" pitchFamily="18" charset="0"/>
              <a:cs typeface="Times New Roman" panose="02020603050405020304" pitchFamily="18" charset="0"/>
            </a:endParaRPr>
          </a:p>
          <a:p>
            <a:r>
              <a:rPr lang="en-US" sz="1400" dirty="0">
                <a:latin typeface="Times New Roman" panose="02020603050405020304" pitchFamily="18" charset="0"/>
                <a:cs typeface="Times New Roman" panose="02020603050405020304" pitchFamily="18" charset="0"/>
              </a:rPr>
              <a:t>Among the various machine learning techniques studied, deep learning models, particularly Convolutional Neural Networks (CNNs), demonstrated superior performance in stress classification due to their ability to automatically extract meaningful features from raw </a:t>
            </a:r>
            <a:r>
              <a:rPr lang="en-US" sz="1400" dirty="0" err="1">
                <a:latin typeface="Times New Roman" panose="02020603050405020304" pitchFamily="18" charset="0"/>
                <a:cs typeface="Times New Roman" panose="02020603050405020304" pitchFamily="18" charset="0"/>
              </a:rPr>
              <a:t>biosignal</a:t>
            </a:r>
            <a:r>
              <a:rPr lang="en-US" sz="1400" dirty="0">
                <a:latin typeface="Times New Roman" panose="02020603050405020304" pitchFamily="18" charset="0"/>
                <a:cs typeface="Times New Roman" panose="02020603050405020304" pitchFamily="18" charset="0"/>
              </a:rPr>
              <a:t> data. Traditional machine learning models such as SVM and Random Forest also showed strong performance but were comparatively limited in handling highly complex and large-scale datasets.</a:t>
            </a:r>
          </a:p>
          <a:p>
            <a:endParaRPr lang="en-US" sz="1400" dirty="0">
              <a:latin typeface="Times New Roman" panose="02020603050405020304" pitchFamily="18" charset="0"/>
              <a:cs typeface="Times New Roman" panose="02020603050405020304" pitchFamily="18" charset="0"/>
            </a:endParaRPr>
          </a:p>
          <a:p>
            <a:endParaRPr lang="en-US" sz="1400" dirty="0">
              <a:latin typeface="Times New Roman" panose="02020603050405020304" pitchFamily="18" charset="0"/>
              <a:cs typeface="Times New Roman" panose="02020603050405020304" pitchFamily="18" charset="0"/>
            </a:endParaRPr>
          </a:p>
          <a:p>
            <a:r>
              <a:rPr lang="en-US" sz="1400" dirty="0">
                <a:latin typeface="Times New Roman" panose="02020603050405020304" pitchFamily="18" charset="0"/>
                <a:cs typeface="Times New Roman" panose="02020603050405020304" pitchFamily="18" charset="0"/>
              </a:rPr>
              <a:t>However, despite these advancements, challenges such as noise in sensor data, individual variability in stress responses, and privacy concerns remain critical barriers to real-world implementation. Overall, the findings highlight the strong potential of AI-driven, multimodal </a:t>
            </a:r>
            <a:r>
              <a:rPr lang="en-US" sz="1400" dirty="0" err="1">
                <a:latin typeface="Times New Roman" panose="02020603050405020304" pitchFamily="18" charset="0"/>
                <a:cs typeface="Times New Roman" panose="02020603050405020304" pitchFamily="18" charset="0"/>
              </a:rPr>
              <a:t>biosignal</a:t>
            </a:r>
            <a:r>
              <a:rPr lang="en-US" sz="1400" dirty="0">
                <a:latin typeface="Times New Roman" panose="02020603050405020304" pitchFamily="18" charset="0"/>
                <a:cs typeface="Times New Roman" panose="02020603050405020304" pitchFamily="18" charset="0"/>
              </a:rPr>
              <a:t> analysis for accurate and real-time stress detection, while also emphasizing the need for more robust, adaptive, and scalable solutions in future research.</a:t>
            </a:r>
          </a:p>
          <a:p>
            <a:pPr>
              <a:lnSpc>
                <a:spcPct val="150000"/>
              </a:lnSpc>
              <a:spcBef>
                <a:spcPts val="400"/>
              </a:spcBef>
            </a:pPr>
            <a:endParaRPr lang="en-US" sz="1400" b="0" strike="noStrike" spc="-1" dirty="0">
              <a:solidFill>
                <a:srgbClr val="000000"/>
              </a:solidFill>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3720440996"/>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EA5849F-98F1-0862-B2BD-3A69504D3E1E}"/>
            </a:ext>
          </a:extLst>
        </p:cNvPr>
        <p:cNvGrpSpPr/>
        <p:nvPr/>
      </p:nvGrpSpPr>
      <p:grpSpPr>
        <a:xfrm>
          <a:off x="0" y="0"/>
          <a:ext cx="0" cy="0"/>
          <a:chOff x="0" y="0"/>
          <a:chExt cx="0" cy="0"/>
        </a:xfrm>
      </p:grpSpPr>
      <p:sp>
        <p:nvSpPr>
          <p:cNvPr id="108" name="TextShape 1">
            <a:extLst>
              <a:ext uri="{FF2B5EF4-FFF2-40B4-BE49-F238E27FC236}">
                <a16:creationId xmlns:a16="http://schemas.microsoft.com/office/drawing/2014/main" id="{27AFCFDC-9FB1-ABC4-6A7F-85221F58021D}"/>
              </a:ext>
            </a:extLst>
          </p:cNvPr>
          <p:cNvSpPr txBox="1"/>
          <p:nvPr/>
        </p:nvSpPr>
        <p:spPr>
          <a:xfrm>
            <a:off x="457200" y="0"/>
            <a:ext cx="6019560" cy="837720"/>
          </a:xfrm>
          <a:prstGeom prst="rect">
            <a:avLst/>
          </a:prstGeom>
          <a:noFill/>
          <a:ln w="9360">
            <a:noFill/>
          </a:ln>
        </p:spPr>
        <p:txBody>
          <a:bodyPr anchor="ctr">
            <a:noAutofit/>
          </a:bodyPr>
          <a:lstStyle/>
          <a:p>
            <a:pPr algn="ctr"/>
            <a:r>
              <a:rPr lang="en-US" sz="3200" dirty="0">
                <a:latin typeface="Times New Roman" panose="02020603050405020304" pitchFamily="18" charset="0"/>
                <a:cs typeface="Times New Roman" panose="02020603050405020304" pitchFamily="18" charset="0"/>
              </a:rPr>
              <a:t>Conclusion</a:t>
            </a:r>
            <a:endParaRPr lang="en-US" sz="3200" b="1" dirty="0">
              <a:latin typeface="Times New Roman" panose="02020603050405020304" pitchFamily="18" charset="0"/>
              <a:cs typeface="Times New Roman" panose="02020603050405020304" pitchFamily="18" charset="0"/>
            </a:endParaRPr>
          </a:p>
        </p:txBody>
      </p:sp>
      <p:sp>
        <p:nvSpPr>
          <p:cNvPr id="110" name="TextShape 3">
            <a:extLst>
              <a:ext uri="{FF2B5EF4-FFF2-40B4-BE49-F238E27FC236}">
                <a16:creationId xmlns:a16="http://schemas.microsoft.com/office/drawing/2014/main" id="{E0F22CCD-6BDA-EBB1-9071-DEB69732EB0B}"/>
              </a:ext>
            </a:extLst>
          </p:cNvPr>
          <p:cNvSpPr txBox="1"/>
          <p:nvPr/>
        </p:nvSpPr>
        <p:spPr>
          <a:xfrm>
            <a:off x="6553080" y="6356520"/>
            <a:ext cx="2133360" cy="364680"/>
          </a:xfrm>
          <a:prstGeom prst="rect">
            <a:avLst/>
          </a:prstGeom>
          <a:noFill/>
          <a:ln>
            <a:noFill/>
          </a:ln>
        </p:spPr>
        <p:txBody>
          <a:bodyPr anchor="ctr">
            <a:noAutofit/>
          </a:bodyPr>
          <a:lstStyle/>
          <a:p>
            <a:pPr algn="r">
              <a:lnSpc>
                <a:spcPct val="100000"/>
              </a:lnSpc>
            </a:pPr>
            <a:fld id="{4D4FEEEE-7AC5-48A9-86F4-13448BE87B58}" type="slidenum">
              <a:rPr lang="en-US" sz="1200" b="1" strike="noStrike" spc="-1">
                <a:solidFill>
                  <a:srgbClr val="000000"/>
                </a:solidFill>
                <a:latin typeface="Calibri"/>
                <a:ea typeface="MS PGothic"/>
              </a:rPr>
              <a:pPr algn="r">
                <a:lnSpc>
                  <a:spcPct val="100000"/>
                </a:lnSpc>
              </a:pPr>
              <a:t>8</a:t>
            </a:fld>
            <a:endParaRPr lang="en-GB" sz="1200" b="0" strike="noStrike" spc="-1">
              <a:latin typeface="Times New Roman"/>
            </a:endParaRPr>
          </a:p>
        </p:txBody>
      </p:sp>
      <p:sp>
        <p:nvSpPr>
          <p:cNvPr id="5" name="TextShape 2">
            <a:extLst>
              <a:ext uri="{FF2B5EF4-FFF2-40B4-BE49-F238E27FC236}">
                <a16:creationId xmlns:a16="http://schemas.microsoft.com/office/drawing/2014/main" id="{A04A479C-F1F8-C262-2E0A-13F45332A2B4}"/>
              </a:ext>
            </a:extLst>
          </p:cNvPr>
          <p:cNvSpPr txBox="1"/>
          <p:nvPr/>
        </p:nvSpPr>
        <p:spPr>
          <a:xfrm>
            <a:off x="164008" y="1109742"/>
            <a:ext cx="8838720" cy="4838571"/>
          </a:xfrm>
          <a:prstGeom prst="rect">
            <a:avLst/>
          </a:prstGeom>
          <a:noFill/>
          <a:ln w="9360">
            <a:noFill/>
          </a:ln>
        </p:spPr>
        <p:txBody>
          <a:bodyPr>
            <a:noAutofit/>
          </a:bodyPr>
          <a:lstStyle/>
          <a:p>
            <a:r>
              <a:rPr lang="en-US" sz="1400" dirty="0">
                <a:latin typeface="Times New Roman" panose="02020603050405020304" pitchFamily="18" charset="0"/>
                <a:cs typeface="Times New Roman" panose="02020603050405020304" pitchFamily="18" charset="0"/>
              </a:rPr>
              <a:t>In conclusion, the integration of </a:t>
            </a:r>
            <a:r>
              <a:rPr lang="en-US" sz="1400" dirty="0" err="1">
                <a:latin typeface="Times New Roman" panose="02020603050405020304" pitchFamily="18" charset="0"/>
                <a:cs typeface="Times New Roman" panose="02020603050405020304" pitchFamily="18" charset="0"/>
              </a:rPr>
              <a:t>biosignals</a:t>
            </a:r>
            <a:r>
              <a:rPr lang="en-US" sz="1400" dirty="0">
                <a:latin typeface="Times New Roman" panose="02020603050405020304" pitchFamily="18" charset="0"/>
                <a:cs typeface="Times New Roman" panose="02020603050405020304" pitchFamily="18" charset="0"/>
              </a:rPr>
              <a:t> with artificial intelligence offers a powerful and effective approach for stress detection and mental health monitoring. By leveraging physiological data and advanced machine learning techniques, it becomes possible to achieve objective, continuous, and real-time assessment of stress levels.</a:t>
            </a:r>
          </a:p>
          <a:p>
            <a:endParaRPr lang="en-US" sz="1400" dirty="0">
              <a:latin typeface="Times New Roman" panose="02020603050405020304" pitchFamily="18" charset="0"/>
              <a:cs typeface="Times New Roman" panose="02020603050405020304" pitchFamily="18" charset="0"/>
            </a:endParaRPr>
          </a:p>
          <a:p>
            <a:endParaRPr lang="en-US" sz="1400" dirty="0">
              <a:latin typeface="Times New Roman" panose="02020603050405020304" pitchFamily="18" charset="0"/>
              <a:cs typeface="Times New Roman" panose="02020603050405020304" pitchFamily="18" charset="0"/>
            </a:endParaRPr>
          </a:p>
          <a:p>
            <a:r>
              <a:rPr lang="en-US" sz="1400" dirty="0">
                <a:latin typeface="Times New Roman" panose="02020603050405020304" pitchFamily="18" charset="0"/>
                <a:cs typeface="Times New Roman" panose="02020603050405020304" pitchFamily="18" charset="0"/>
              </a:rPr>
              <a:t>Despite these promising advancements, several challenges remain, including noise in sensor data, concerns regarding data privacy, and variations in individual physiological responses. Addressing these limitations is essential for improving the reliability and practical adoption of such systems.</a:t>
            </a:r>
          </a:p>
          <a:p>
            <a:endParaRPr lang="en-US" sz="1400" dirty="0">
              <a:latin typeface="Times New Roman" panose="02020603050405020304" pitchFamily="18" charset="0"/>
              <a:cs typeface="Times New Roman" panose="02020603050405020304" pitchFamily="18" charset="0"/>
            </a:endParaRPr>
          </a:p>
          <a:p>
            <a:endParaRPr lang="en-US" sz="1400" dirty="0">
              <a:latin typeface="Times New Roman" panose="02020603050405020304" pitchFamily="18" charset="0"/>
              <a:cs typeface="Times New Roman" panose="02020603050405020304" pitchFamily="18" charset="0"/>
            </a:endParaRPr>
          </a:p>
          <a:p>
            <a:r>
              <a:rPr lang="en-US" sz="1400" dirty="0">
                <a:latin typeface="Times New Roman" panose="02020603050405020304" pitchFamily="18" charset="0"/>
                <a:cs typeface="Times New Roman" panose="02020603050405020304" pitchFamily="18" charset="0"/>
              </a:rPr>
              <a:t>Future research should focus on developing personalized and adaptive models, enhancing the accuracy and robustness of wearable sensor technologies, and ensuring secure handling of sensitive data. Furthermore, the integration of these systems into real-world healthcare and mobile applications can significantly contribute to early intervention, improved mental health management, and overall well-being.</a:t>
            </a:r>
          </a:p>
          <a:p>
            <a:pPr>
              <a:lnSpc>
                <a:spcPct val="100000"/>
              </a:lnSpc>
              <a:spcBef>
                <a:spcPts val="400"/>
              </a:spcBef>
            </a:pPr>
            <a:endParaRPr lang="en-US" sz="1400" b="0" strike="noStrike" spc="-1" dirty="0">
              <a:solidFill>
                <a:srgbClr val="000000"/>
              </a:solidFill>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1531127876"/>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8" name="TextShape 1"/>
          <p:cNvSpPr txBox="1"/>
          <p:nvPr/>
        </p:nvSpPr>
        <p:spPr>
          <a:xfrm>
            <a:off x="1297577" y="2821578"/>
            <a:ext cx="6705599" cy="1410788"/>
          </a:xfrm>
          <a:prstGeom prst="rect">
            <a:avLst/>
          </a:prstGeom>
          <a:noFill/>
          <a:ln w="9360">
            <a:noFill/>
          </a:ln>
        </p:spPr>
        <p:txBody>
          <a:bodyPr anchor="ctr">
            <a:noAutofit/>
          </a:bodyPr>
          <a:lstStyle/>
          <a:p>
            <a:pPr algn="ctr">
              <a:lnSpc>
                <a:spcPct val="100000"/>
              </a:lnSpc>
            </a:pPr>
            <a:r>
              <a:rPr lang="en" sz="5400" dirty="0">
                <a:latin typeface="Times New Roman" panose="02020603050405020304" pitchFamily="18" charset="0"/>
                <a:cs typeface="Times New Roman" panose="02020603050405020304" pitchFamily="18" charset="0"/>
              </a:rPr>
              <a:t>Thank You</a:t>
            </a:r>
            <a:endParaRPr lang="en-US" sz="5400" b="0" strike="noStrike" spc="-1" dirty="0">
              <a:solidFill>
                <a:srgbClr val="000000"/>
              </a:solidFill>
              <a:latin typeface="Times New Roman" panose="02020603050405020304" pitchFamily="18" charset="0"/>
              <a:cs typeface="Times New Roman" panose="02020603050405020304" pitchFamily="18" charset="0"/>
            </a:endParaRPr>
          </a:p>
        </p:txBody>
      </p:sp>
      <p:sp>
        <p:nvSpPr>
          <p:cNvPr id="110" name="TextShape 3"/>
          <p:cNvSpPr txBox="1"/>
          <p:nvPr/>
        </p:nvSpPr>
        <p:spPr>
          <a:xfrm>
            <a:off x="6553080" y="6356520"/>
            <a:ext cx="2133360" cy="364680"/>
          </a:xfrm>
          <a:prstGeom prst="rect">
            <a:avLst/>
          </a:prstGeom>
          <a:noFill/>
          <a:ln>
            <a:noFill/>
          </a:ln>
        </p:spPr>
        <p:txBody>
          <a:bodyPr anchor="ctr">
            <a:noAutofit/>
          </a:bodyPr>
          <a:lstStyle/>
          <a:p>
            <a:pPr algn="r">
              <a:lnSpc>
                <a:spcPct val="100000"/>
              </a:lnSpc>
            </a:pPr>
            <a:fld id="{4D4FEEEE-7AC5-48A9-86F4-13448BE87B58}" type="slidenum">
              <a:rPr lang="en-US" sz="1200" b="1" strike="noStrike" spc="-1">
                <a:solidFill>
                  <a:srgbClr val="000000"/>
                </a:solidFill>
                <a:latin typeface="Calibri"/>
                <a:ea typeface="MS PGothic"/>
              </a:rPr>
              <a:pPr algn="r">
                <a:lnSpc>
                  <a:spcPct val="100000"/>
                </a:lnSpc>
              </a:pPr>
              <a:t>9</a:t>
            </a:fld>
            <a:endParaRPr lang="en-GB" sz="1200" b="0" strike="noStrike" spc="-1">
              <a:latin typeface="Times New Roman"/>
            </a:endParaRPr>
          </a:p>
        </p:txBody>
      </p:sp>
    </p:spTree>
    <p:extLst>
      <p:ext uri="{BB962C8B-B14F-4D97-AF65-F5344CB8AC3E}">
        <p14:creationId xmlns:p14="http://schemas.microsoft.com/office/powerpoint/2010/main" val="2834479809"/>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DejaVu Sans"/>
        <a:cs typeface="DejaVu Sans"/>
      </a:majorFont>
      <a:minorFont>
        <a:latin typeface="Arial"/>
        <a:ea typeface="DejaVu Sans"/>
        <a:cs typeface="DejaVu Sans"/>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miter/>
        </a:ln>
        <a:ln w="25400" cap="flat" cmpd="sng" algn="ctr">
          <a:solidFill>
            <a:schemeClr val="phClr"/>
          </a:solidFill>
          <a:prstDash val="solid"/>
          <a:miter/>
        </a:ln>
        <a:ln w="38100" cap="flat" cmpd="sng" algn="ctr">
          <a:solidFill>
            <a:schemeClr val="phClr"/>
          </a:solidFill>
          <a:prstDash val="solid"/>
          <a:miter/>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p:properties xmlns:p="http://schemas.microsoft.com/office/2006/metadata/properties" xmlns:xsi="http://www.w3.org/2001/XMLSchema-instance" xmlns:pc="http://schemas.microsoft.com/office/infopath/2007/PartnerControls">
  <documentManagement/>
</p:properties>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ct:contentTypeSchema xmlns:ct="http://schemas.microsoft.com/office/2006/metadata/contentType" xmlns:ma="http://schemas.microsoft.com/office/2006/metadata/properties/metaAttributes" ct:_="" ma:_="" ma:contentTypeName="Document" ma:contentTypeID="0x010100096F1BF43DDE004485E7A868D137D60A" ma:contentTypeVersion="0" ma:contentTypeDescription="Create a new document." ma:contentTypeScope="" ma:versionID="47fff7f98a9c49c088ba096c14cf4458">
  <xsd:schema xmlns:xsd="http://www.w3.org/2001/XMLSchema" xmlns:xs="http://www.w3.org/2001/XMLSchema" xmlns:p="http://schemas.microsoft.com/office/2006/metadata/properties" targetNamespace="http://schemas.microsoft.com/office/2006/metadata/properties" ma:root="true" ma:fieldsID="c05e9f2c4932a6a674126b9dde7716ea">
    <xsd:element name="properties">
      <xsd:complexType>
        <xsd:sequence>
          <xsd:element name="documentManagement">
            <xsd:complexType>
              <xsd:all/>
            </xsd:complexType>
          </xsd:element>
        </xsd:sequence>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4A62A602-78C1-468C-BB25-57CD481DB741}">
  <ds:schemaRefs>
    <ds:schemaRef ds:uri="http://purl.org/dc/terms/"/>
    <ds:schemaRef ds:uri="http://www.w3.org/XML/1998/namespace"/>
    <ds:schemaRef ds:uri="http://purl.org/dc/dcmitype/"/>
    <ds:schemaRef ds:uri="http://schemas.microsoft.com/office/2006/documentManagement/types"/>
    <ds:schemaRef ds:uri="http://schemas.microsoft.com/office/2006/metadata/properties"/>
    <ds:schemaRef ds:uri="http://purl.org/dc/elements/1.1/"/>
    <ds:schemaRef ds:uri="http://schemas.microsoft.com/office/infopath/2007/PartnerControls"/>
    <ds:schemaRef ds:uri="http://schemas.openxmlformats.org/package/2006/metadata/core-properties"/>
  </ds:schemaRefs>
</ds:datastoreItem>
</file>

<file path=customXml/itemProps2.xml><?xml version="1.0" encoding="utf-8"?>
<ds:datastoreItem xmlns:ds="http://schemas.openxmlformats.org/officeDocument/2006/customXml" ds:itemID="{737ED6F0-5E4C-4CD0-9B68-9C53F925A6F7}">
  <ds:schemaRefs>
    <ds:schemaRef ds:uri="http://schemas.microsoft.com/sharepoint/v3/contenttype/forms"/>
  </ds:schemaRefs>
</ds:datastoreItem>
</file>

<file path=customXml/itemProps3.xml><?xml version="1.0" encoding="utf-8"?>
<ds:datastoreItem xmlns:ds="http://schemas.openxmlformats.org/officeDocument/2006/customXml" ds:itemID="{491DF113-39A2-46D5-BFDA-E63300A9ECAB}">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http://schemas.openxmlformats.org/package/2006/metadata/core-properties"/>
    <ds:schemaRef ds:uri="http://purl.org/dc/elements/1.1/"/>
    <ds:schemaRef ds:uri="http://purl.org/dc/terms/"/>
    <ds:schemaRef ds:uri="http://schemas.microsoft.com/internal/obd"/>
    <ds:schemaRef ds:uri="http://schemas.microsoft.com/office/infopath/2007/PartnerControls"/>
  </ds:schemaRefs>
</ds:datastoreItem>
</file>

<file path=docProps/app.xml><?xml version="1.0" encoding="utf-8"?>
<Properties xmlns="http://schemas.openxmlformats.org/officeDocument/2006/extended-properties" xmlns:vt="http://schemas.openxmlformats.org/officeDocument/2006/docPropsVTypes">
  <Template/>
  <TotalTime>34747</TotalTime>
  <Words>1338</Words>
  <Application>Microsoft Macintosh PowerPoint</Application>
  <PresentationFormat>On-screen Show (4:3)</PresentationFormat>
  <Paragraphs>85</Paragraphs>
  <Slides>9</Slides>
  <Notes>1</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9</vt:i4>
      </vt:variant>
    </vt:vector>
  </HeadingPairs>
  <TitlesOfParts>
    <vt:vector size="13" baseType="lpstr">
      <vt:lpstr>Arial</vt:lpstr>
      <vt:lpstr>Calibri</vt:lpstr>
      <vt:lpstr>Times New Roman</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CCC</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Slide 1</dc:title>
  <dc:creator>ABC</dc:creator>
  <cp:lastModifiedBy>Akshi Tripathi</cp:lastModifiedBy>
  <cp:revision>2302</cp:revision>
  <dcterms:created xsi:type="dcterms:W3CDTF">2010-04-09T07:36:15Z</dcterms:created>
  <dcterms:modified xsi:type="dcterms:W3CDTF">2026-05-19T06:12:29Z</dcterms:modified>
  <dc:language>en-GB</dc:language>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ppVersion">
    <vt:lpwstr>16.0000</vt:lpwstr>
  </property>
  <property fmtid="{D5CDD505-2E9C-101B-9397-08002B2CF9AE}" pid="3" name="Company">
    <vt:lpwstr>CCC</vt:lpwstr>
  </property>
  <property fmtid="{D5CDD505-2E9C-101B-9397-08002B2CF9AE}" pid="4" name="HiddenSlides">
    <vt:i4>0</vt:i4>
  </property>
  <property fmtid="{D5CDD505-2E9C-101B-9397-08002B2CF9AE}" pid="5" name="HyperlinksChanged">
    <vt:bool>false</vt:bool>
  </property>
  <property fmtid="{D5CDD505-2E9C-101B-9397-08002B2CF9AE}" pid="6" name="LinksUpToDate">
    <vt:bool>false</vt:bool>
  </property>
  <property fmtid="{D5CDD505-2E9C-101B-9397-08002B2CF9AE}" pid="7" name="MMClips">
    <vt:i4>0</vt:i4>
  </property>
  <property fmtid="{D5CDD505-2E9C-101B-9397-08002B2CF9AE}" pid="8" name="Notes">
    <vt:i4>0</vt:i4>
  </property>
  <property fmtid="{D5CDD505-2E9C-101B-9397-08002B2CF9AE}" pid="9" name="PresentationFormat">
    <vt:lpwstr>On-screen Show (4:3)</vt:lpwstr>
  </property>
  <property fmtid="{D5CDD505-2E9C-101B-9397-08002B2CF9AE}" pid="10" name="ScaleCrop">
    <vt:bool>false</vt:bool>
  </property>
  <property fmtid="{D5CDD505-2E9C-101B-9397-08002B2CF9AE}" pid="11" name="ShareDoc">
    <vt:bool>false</vt:bool>
  </property>
  <property fmtid="{D5CDD505-2E9C-101B-9397-08002B2CF9AE}" pid="12" name="Slides">
    <vt:i4>37</vt:i4>
  </property>
  <property fmtid="{D5CDD505-2E9C-101B-9397-08002B2CF9AE}" pid="13" name="ContentTypeId">
    <vt:lpwstr>0x010100096F1BF43DDE004485E7A868D137D60A</vt:lpwstr>
  </property>
</Properties>
</file>